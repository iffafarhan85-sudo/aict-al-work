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0870" autoAdjust="0"/>
  </p:normalViewPr>
  <p:slideViewPr>
    <p:cSldViewPr snapToGrid="0">
      <p:cViewPr varScale="1">
        <p:scale>
          <a:sx n="57" d="100"/>
          <a:sy n="57" d="100"/>
        </p:scale>
        <p:origin x="10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49B8D-DB7F-4098-BCBA-6BC9786DBBAF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EC2C7-253F-42F1-9F4A-6EC1C5C8D6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jpe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/>
          <p:cNvSpPr/>
          <p:nvPr/>
        </p:nvSpPr>
        <p:spPr>
          <a:xfrm>
            <a:off x="3492347" y="1713123"/>
            <a:ext cx="5244030" cy="308668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994052" y="1111224"/>
            <a:ext cx="8174517" cy="449783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flipH="1">
            <a:off x="4175826" y="2093205"/>
            <a:ext cx="3840348" cy="225845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653820" y="440673"/>
            <a:ext cx="10807547" cy="583893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787266" y="1385168"/>
            <a:ext cx="6641335" cy="3759709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53086" y="2491636"/>
            <a:ext cx="2409017" cy="14163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1227230" y="653884"/>
            <a:ext cx="9606708" cy="5205165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/>
          <p:cNvSpPr/>
          <p:nvPr/>
        </p:nvSpPr>
        <p:spPr>
          <a:xfrm>
            <a:off x="51720" y="99152"/>
            <a:ext cx="12011750" cy="6610120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0306" y="2917961"/>
            <a:ext cx="608945" cy="608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4702" y="3936043"/>
            <a:ext cx="793215" cy="795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0358" y="2906624"/>
            <a:ext cx="1090186" cy="109018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5" r="12015" b="2937"/>
          <a:stretch>
            <a:fillRect/>
          </a:stretch>
        </p:blipFill>
        <p:spPr>
          <a:xfrm>
            <a:off x="2347289" y="2732881"/>
            <a:ext cx="971558" cy="97910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"/>
          <a:stretch>
            <a:fillRect/>
          </a:stretch>
        </p:blipFill>
        <p:spPr>
          <a:xfrm>
            <a:off x="5430198" y="434552"/>
            <a:ext cx="1382500" cy="138414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9" name="TextBox 28"/>
          <p:cNvSpPr txBox="1"/>
          <p:nvPr/>
        </p:nvSpPr>
        <p:spPr>
          <a:xfrm>
            <a:off x="4826000" y="4699000"/>
            <a:ext cx="2540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9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97" b="12197"/>
          <a:stretch>
            <a:fillRect/>
          </a:stretch>
        </p:blipFill>
        <p:spPr>
          <a:xfrm>
            <a:off x="10040148" y="2382997"/>
            <a:ext cx="1587580" cy="176404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7" name="Picture 3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630" t="14160" r="17112" b="15154"/>
          <a:stretch>
            <a:fillRect/>
          </a:stretch>
        </p:blipFill>
        <p:spPr>
          <a:xfrm>
            <a:off x="8235355" y="183880"/>
            <a:ext cx="1226653" cy="12491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51" t="8283" r="9729" b="10101"/>
          <a:stretch>
            <a:fillRect/>
          </a:stretch>
        </p:blipFill>
        <p:spPr>
          <a:xfrm>
            <a:off x="2551773" y="5472832"/>
            <a:ext cx="1492775" cy="1431337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8" t="10286" r="14900" b="16349"/>
          <a:stretch>
            <a:fillRect/>
          </a:stretch>
        </p:blipFill>
        <p:spPr>
          <a:xfrm>
            <a:off x="4956597" y="1537118"/>
            <a:ext cx="2249423" cy="225845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59259E-6 C 4.58333E-6 0.05671 -0.04193 0.10324 -0.09375 0.10324 C -0.14545 0.10324 -0.1875 0.05671 -0.1875 2.59259E-6 C -0.1875 -0.05718 -0.14545 -0.10324 -0.09375 -0.10324 C -0.04193 -0.10324 4.58333E-6 -0.05718 4.58333E-6 2.59259E-6 Z " pathEditMode="relative" rAng="5400000" ptsTypes="AAAAA">
                                      <p:cBhvr>
                                        <p:cTn id="6" dur="55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37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407 0.03311 C 0.61211 0.25209 0.73086 -0.30601 0.72149 -0.41643 C 0.72149 -0.66759 0.4888 -0.88796 0.21407 -0.88796 C -0.14297 -0.84629 -0.22278 -0.65601 -0.25612 -0.50254 C -0.28945 -0.34907 -0.19231 -0.02662 0.01407 0.03311 Z " pathEditMode="relative" rAng="5400000" ptsTypes="AAAAA">
                                      <p:cBhvr>
                                        <p:cTn id="8" dur="7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563" y="-43542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3.33333E-6 C 0.08815 0.05162 0.11224 0.10555 0.14661 0.1537 C 0.18112 0.20185 0.21836 0.26643 0.21836 0.36643 C 0.21797 0.50046 0.13294 0.63379 0.05846 0.70555 C -0.01536 0.77592 -0.13125 0.79375 -0.22565 0.79352 C -0.32044 0.79305 -0.44258 0.74375 -0.51055 0.70393 C -0.57826 0.6625 -0.60703 0.60324 -0.63281 0.54722 C -0.65911 0.4912 -0.67617 0.43588 -0.66823 0.36643 C -0.66328 0.23703 -0.63021 0.19259 -0.58607 0.12824 C -0.5418 0.06342 -0.46276 -0.00255 -0.40313 -0.02199 C -0.29167 -0.08241 -0.08789 -0.05186 4.16667E-7 3.33333E-6 Z " pathEditMode="relative" rAng="0" ptsTypes="AAAAAAAAAAA">
                                      <p:cBhvr>
                                        <p:cTn id="10" dur="6500" spd="-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591" y="36898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3.7037E-7 C 3.54167E-6 0.20949 -0.17565 0.37986 -0.39323 0.37986 C -0.61042 0.37986 -0.78802 0.20949 -0.78802 3.7037E-7 C -0.78802 -0.20949 -0.61042 -0.37894 -0.39323 -0.37894 C -0.17565 -0.37894 3.54167E-6 -0.20949 3.54167E-6 3.7037E-7 Z " pathEditMode="relative" rAng="5400000" ptsTypes="AAAAA">
                                      <p:cBhvr>
                                        <p:cTn id="12" dur="625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401" y="46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85185E-6 C 0.00039 -0.15092 0.12201 -0.27291 0.27279 -0.27291 C 0.4224 -0.27291 0.54414 -0.15116 0.54466 0.00023 C 0.54466 0.15139 0.42253 0.27477 0.27266 0.27523 C 0.12253 0.27523 -2.5E-6 0.15162 -2.5E-6 -1.85185E-6 Z " pathEditMode="relative" rAng="5400000" ptsTypes="AAAAA">
                                      <p:cBhvr>
                                        <p:cTn id="14" dur="575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240" y="116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4.81481E-6 C -0.08711 -4.81481E-6 -0.15742 -0.0743 -0.15742 -0.16689 C -0.15742 -0.25949 -0.08711 -0.33425 2.08333E-7 -0.33425 C 0.08711 -0.33425 0.15768 -0.25949 0.15768 -0.16689 C 0.15768 -0.0743 0.08711 -4.81481E-6 2.08333E-7 -4.81481E-6 Z " pathEditMode="relative" rAng="0" ptsTypes="AAAAA">
                                      <p:cBhvr>
                                        <p:cTn id="16" dur="525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16713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-0.03171 C 0.00052 0.09375 -0.09427 0.1956 -0.21041 0.19676 C -0.32721 0.19491 -0.42226 0.0919 -0.42226 -0.03171 C -0.422 -0.15602 -0.32708 -0.25602 -0.21054 -0.25602 C -0.09401 -0.25602 0.00052 -0.15648 -3.75E-6 -0.03171 Z " pathEditMode="relative" rAng="5400000" ptsTypes="AAAAA">
                                      <p:cBhvr>
                                        <p:cTn id="18" dur="55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107" y="208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1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1.85185E-6 C 0.18425 -1.85185E-6 0.33412 0.14607 0.33412 0.32639 C 0.33412 0.50671 0.18425 0.65347 -3.33333E-6 0.65347 C -0.18437 0.65347 -0.33385 0.50671 -0.33385 0.32639 C -0.33385 0.14607 -0.18437 -1.85185E-6 -3.33333E-6 -1.85185E-6 Z " pathEditMode="relative" rAng="0" ptsTypes="AAAAA">
                                      <p:cBhvr>
                                        <p:cTn id="20" dur="60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326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Iffa Farhan</cp:lastModifiedBy>
  <cp:revision>7</cp:revision>
  <dcterms:created xsi:type="dcterms:W3CDTF">2025-10-09T14:55:00Z</dcterms:created>
  <dcterms:modified xsi:type="dcterms:W3CDTF">2025-11-18T09:27:55Z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1DE695511D4F419681218DA31B31194B_12</vt:lpwstr>
  </property>
  <property fmtid="{D5CDD505-2E9C-101B-9397-08002B2CF9AE}" pid="3" name="KSOProductBuildVer">
    <vt:lpwstr>1033-12.2.0.23155</vt:lpwstr>
  </property>
</Properties>
</file>