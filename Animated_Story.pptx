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49B3-3E04-4EF3-85D1-2866092CF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FCF1B-C7C0-4A5D-A2C9-2C96E35E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A49C2-452A-4916-B7B7-F48B9776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FBEEF-7B91-40AB-AD1D-9B18E86D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7F05F-6D41-46A2-914D-18566474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14723-2542-4567-BD81-8122DD90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67D4-392A-49A3-84FB-418B7733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DDDAC-394D-4130-9DA8-77D14A4A2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293AC-9623-4ED5-B98E-066A5ECF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CDF46-5704-4061-AE3E-09CF8387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6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0E2-6EB8-4643-9966-A0BA9D09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EF77C-1A03-47D1-B132-2B75505D4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72882-9FEA-48F3-B48C-4AB474B72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CE7A-69EC-442B-9AAE-BBA4C59D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EFD1D-3CC0-47DC-9978-96229FBB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7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72C5-6301-4808-9A91-93895A98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54ECD-F6C4-4D43-B534-45C7AFA65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82B52-4375-4C95-BE00-F1905CA35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D1F1A-90D0-42A3-B40F-0168443A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32F4A-6A78-4F3C-8DD2-A1A1923C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BB3FE-E9E1-413B-B1D7-E717C16E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5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FAC0-CA60-4B7D-BC9D-43A5AC27C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777CD-04A5-4A2C-8778-9F1CBC1D5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5579A-5754-442E-BB5A-84FB04167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ED5E3-871F-493D-AE0B-08B4514BC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287DC-6B99-4D42-89EA-C92BDCB61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0B4E56-E93B-41FE-959D-B1D368DD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EF142-1658-4D98-937A-42C61C28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2F0D40-8EBC-4697-A5F2-0C46DA88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4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DDBD-2B74-4EE8-B0E3-430A5707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25951-77E5-4C48-BF4B-424CA6BF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5347D-4606-475A-BFE8-04259EBE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CD6BC-8E1E-4240-96B8-4DAE8785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D337C-8403-4847-88EC-0653FD7AE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2472B-5D83-4CB8-9A0D-E5C34DA6F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A5939-90FA-4C24-8103-C254B716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2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5AEC-9D52-46A3-ABF2-D710CEB3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FF1A-3E8D-4C3C-BEE6-F4E533777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32D4A-3A47-46E1-8E6D-50697035D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AB102-9B20-4F88-8D2D-5A4A9C93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A6312-DD2D-4DF6-A3D7-82419381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0AD41-A2D1-4742-9F1D-D9605E78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8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BCCE-71AC-497A-9DA6-F3B80C45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994E9-D236-4FA5-9AC1-89FC38F7C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9ED35-C52A-4A11-8C49-3F39555FD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CE01E-1C87-47DA-BB16-1D027D18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4E135-460A-4453-A846-8C020964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98E00-292C-45DC-88CA-9D830C0E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0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2AE2-6A56-4BD7-A92B-EBD28AF8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0A18B-9886-41FC-BE15-AEBE7172D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F8BD0-F719-4C9F-A8AE-FC1194A2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305F6-C9E9-4B0C-9D75-088480F5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44EC7-F13A-417A-8A23-1082FE8D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40F70-23FF-46C8-87F8-F3F8244AA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2DC49-88A0-41B5-AA34-984317900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15160-F2C4-468C-A19A-5FB846B9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E89-B2E6-4358-AC90-DD3BA1F8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A8DFA-E6D4-49BB-A400-2D9824D8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0FD8D-056A-4797-AEE3-9BC222DD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61490-FB40-4711-ABD9-04ED6EA6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98FA2-2DAD-4873-9281-833C199A8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36300-B56E-42EC-98E1-03B39BF8ED4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FBBC-A0A9-457F-86C0-9DEBAB1DC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7C2C5-BAE3-4126-8F0D-8D05080EF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EC571-ABD7-4CAF-A874-EBA1BE045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7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3.png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5" Type="http://schemas.openxmlformats.org/officeDocument/2006/relationships/image" Target="../media/image12.png"/><Relationship Id="rId4" Type="http://schemas.microsoft.com/office/2007/relationships/hdphoto" Target="../media/hdphoto9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20603-4C8A-4678-9DA7-EA2CCBFE8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42" y="412152"/>
            <a:ext cx="10897679" cy="5973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C7292-8AD6-4E8C-A7E4-C0420C020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42" b="94271" l="0" r="94608">
                        <a14:foregroundMark x1="11765" y1="42708" x2="12745" y2="43229"/>
                        <a14:foregroundMark x1="8824" y1="44792" x2="0" y2="52083"/>
                        <a14:foregroundMark x1="23039" y1="39063" x2="23529" y2="38021"/>
                        <a14:foregroundMark x1="50490" y1="72396" x2="52941" y2="74479"/>
                        <a14:foregroundMark x1="59804" y1="77604" x2="62255" y2="77604"/>
                        <a14:foregroundMark x1="55392" y1="82813" x2="57843" y2="91667"/>
                        <a14:foregroundMark x1="51961" y1="84896" x2="53431" y2="86458"/>
                        <a14:foregroundMark x1="52941" y1="92708" x2="54412" y2="93229"/>
                        <a14:foregroundMark x1="89216" y1="78125" x2="74020" y2="94271"/>
                        <a14:foregroundMark x1="92157" y1="81250" x2="94608" y2="85938"/>
                        <a14:foregroundMark x1="94118" y1="40104" x2="92647" y2="16667"/>
                        <a14:foregroundMark x1="75490" y1="13542" x2="53431" y2="7813"/>
                        <a14:foregroundMark x1="80882" y1="3125" x2="79412" y2="10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142" y="990685"/>
            <a:ext cx="1123950" cy="10578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C9ECEE-95B1-455C-8E79-53D5D40359A5}"/>
              </a:ext>
            </a:extLst>
          </p:cNvPr>
          <p:cNvSpPr txBox="1"/>
          <p:nvPr/>
        </p:nvSpPr>
        <p:spPr>
          <a:xfrm>
            <a:off x="1254642" y="4880344"/>
            <a:ext cx="684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Upon a there was a thirsty crow.</a:t>
            </a:r>
          </a:p>
        </p:txBody>
      </p:sp>
    </p:spTree>
    <p:extLst>
      <p:ext uri="{BB962C8B-B14F-4D97-AF65-F5344CB8AC3E}">
        <p14:creationId xmlns:p14="http://schemas.microsoft.com/office/powerpoint/2010/main" val="425450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875E-6 2.59259E-6 L -6.875E-6 2.59259E-6 C -0.0116 -0.00116 -0.01576 0.00023 -0.0254 -0.00556 C -0.03334 -0.01042 -0.02358 -0.00394 -0.03178 -0.01135 C -0.03282 -0.01204 -0.03399 -0.01227 -0.0349 -0.0132 C -0.03608 -0.01413 -0.03686 -0.01644 -0.03816 -0.0169 C -0.04545 -0.01899 -0.06029 -0.02061 -0.06029 -0.02061 C -0.06134 -0.0213 -0.06238 -0.022 -0.06342 -0.02246 C -0.06824 -0.02454 -0.07201 -0.025 -0.07722 -0.02616 C -0.07826 -0.02686 -0.0793 -0.02778 -0.08035 -0.02825 C -0.08933 -0.03125 -0.08542 -0.02848 -0.09298 -0.03195 C -0.09988 -0.03496 -0.09259 -0.0345 -0.1047 -0.0375 L -0.11199 -0.03936 C -0.11316 -0.04005 -0.1142 -0.04051 -0.11524 -0.04121 C -0.11693 -0.04237 -0.11863 -0.04399 -0.12045 -0.04514 C -0.12227 -0.04607 -0.12397 -0.0463 -0.12579 -0.047 C -0.12996 -0.04815 -0.13425 -0.04908 -0.13842 -0.0507 C -0.14024 -0.05139 -0.14193 -0.05209 -0.14376 -0.05255 C -0.14831 -0.05348 -0.15287 -0.05371 -0.15743 -0.0544 C -0.1599 -0.05487 -0.16238 -0.05556 -0.16485 -0.05625 C -0.16902 -0.05764 -0.17071 -0.05996 -0.1754 -0.05996 C -0.1905 -0.06065 -0.20574 -0.05996 -0.22084 -0.05996 L -0.32227 -0.0544 C -0.3254 -0.05325 -0.32865 -0.05209 -0.33178 -0.0507 C -0.33386 -0.04954 -0.33803 -0.047 -0.33803 -0.047 C -0.34115 -0.04329 -0.34259 -0.04098 -0.34649 -0.03936 C -0.34936 -0.0382 -0.35222 -0.0382 -0.35496 -0.0375 C -0.35678 -0.03704 -0.35847 -0.03658 -0.36029 -0.03565 C -0.36238 -0.0345 -0.36446 -0.03264 -0.36654 -0.03195 C -0.37514 -0.0294 -0.37097 -0.03125 -0.3793 -0.02616 L -0.38243 -0.02431 C -0.38529 -0.02269 -0.38686 -0.02153 -0.38985 -0.02061 C -0.39402 -0.01922 -0.40248 -0.0169 -0.40248 -0.0169 L -0.40886 -0.0132 C -0.4099 -0.0125 -0.41108 -0.01227 -0.41199 -0.01135 C -0.41303 -0.00996 -0.41407 -0.00834 -0.41524 -0.00741 C -0.41654 -0.00649 -0.41941 -0.00556 -0.41941 -0.00556 L -0.41941 -0.00556 L -0.48907 -0.00371 C -0.49037 -0.00371 -0.49584 -0.00139 -0.49753 2.59259E-6 C -0.49871 0.00115 -0.49949 0.00347 -0.50079 0.0037 C -0.50795 0.00578 -0.51342 0.00555 -0.5198 0.00555 L -0.5198 0.09583 C -0.5198 0.09444 -0.51993 0.09097 -0.5198 0.09212 L -0.51876 0.09768 L -0.506 0.06203 L -0.49545 0.07523 C -0.49441 0.07638 -0.4935 0.078 -0.49233 0.07893 C -0.49089 0.08009 -0.48946 0.08125 -0.48803 0.08263 C -0.48699 0.08379 -0.48608 0.08564 -0.4849 0.08634 C -0.48282 0.08773 -0.48061 0.0875 -0.47852 0.08819 C -0.47748 0.08865 -0.47644 0.08981 -0.4754 0.09027 C -0.47292 0.09097 -0.47045 0.09143 -0.46798 0.09212 L -0.46173 0.09583 L -0.43842 0.04699 C -0.42917 0.04907 -0.42553 0.04907 -0.41837 0.05254 C -0.41733 0.05324 -0.41628 0.05393 -0.41524 0.05439 C -0.41381 0.05509 -0.41238 0.05555 -0.41095 0.05648 C -0.40092 0.06296 -0.41303 0.05787 -0.40144 0.06203 C -0.39493 0.06967 -0.40209 0.06226 -0.39298 0.06759 C -0.39154 0.06851 -0.39024 0.07037 -0.38881 0.07129 C -0.37813 0.07962 -0.38126 0.07777 -0.37292 0.08078 C -0.36693 0.08495 -0.36941 0.0831 -0.3655 0.08634 L -0.33282 0.03379 C -0.32852 0.03634 -0.32436 0.03888 -0.32019 0.04143 C -0.31876 0.04212 -0.31733 0.04236 -0.31589 0.04328 C -0.31446 0.04421 -0.31316 0.04606 -0.31173 0.04699 C -0.30886 0.04861 -0.30326 0.05069 -0.30326 0.05069 C -0.29415 0.06157 -0.30561 0.04861 -0.29688 0.05648 C -0.28907 0.06319 -0.29936 0.0574 -0.28842 0.06388 C -0.28595 0.06527 -0.28347 0.0662 -0.281 0.06759 C -0.27891 0.06875 -0.27475 0.07129 -0.27475 0.07129 L -0.22501 0.03009 C -0.22084 0.03125 -0.21628 0.03078 -0.21238 0.03379 C -0.20964 0.03611 -0.20873 0.04282 -0.206 0.04513 C -0.20066 0.04976 -0.20313 0.04722 -0.19871 0.05254 C -0.19792 0.05439 -0.19753 0.05671 -0.19649 0.05833 C -0.1948 0.06087 -0.19141 0.0625 -0.1892 0.06388 C -0.18699 0.06643 -0.18425 0.06759 -0.18282 0.07129 C -0.18009 0.07847 -0.18165 0.07546 -0.17852 0.08078 L -0.17852 0.08078 C -0.17891 0.08125 -0.19076 0.0949 -0.19337 0.10138 C -0.19428 0.1037 -0.19467 0.10648 -0.19545 0.10902 C -0.1961 0.11087 -0.19701 0.1125 -0.19753 0.11458 C -0.19805 0.11643 -0.19792 0.11875 -0.19871 0.12013 C -0.20209 0.128 -0.20183 0.12083 -0.20183 0.12592 L -0.26095 0.12592 C -0.26446 0.12708 -0.26811 0.12777 -0.27149 0.12962 C -0.27384 0.13078 -0.27566 0.13379 -0.27787 0.13518 C -0.27917 0.13611 -0.28074 0.13634 -0.28204 0.13703 C -0.29272 0.14259 -0.27631 0.13495 -0.28946 0.14097 C -0.29167 0.14328 -0.29636 0.14837 -0.29897 0.15023 C -0.3004 0.15115 -0.30183 0.15138 -0.30326 0.15208 C -0.3043 0.15277 -0.30535 0.1537 -0.30639 0.15393 C -0.30782 0.15439 -0.30925 0.15393 -0.31068 0.15393 L -0.31068 0.15393 C -0.31446 0.15532 -0.3185 0.15555 -0.32227 0.15787 C -0.32592 0.15995 -0.32904 0.1655 -0.33282 0.16712 C -0.33686 0.16898 -0.33829 0.16921 -0.34233 0.17291 C -0.34558 0.17569 -0.34636 0.1787 -0.34975 0.18217 C -0.35131 0.18379 -0.35561 0.18495 -0.35704 0.18587 C -0.3586 0.18703 -0.3599 0.18865 -0.36134 0.18981 C -0.36342 0.1912 -0.3655 0.19212 -0.36772 0.19351 C -0.36876 0.19537 -0.36954 0.19768 -0.37084 0.19907 C -0.37345 0.20208 -0.37735 0.20347 -0.38035 0.20462 C -0.38178 0.20671 -0.38295 0.20902 -0.38451 0.21041 C -0.38568 0.21134 -0.39337 0.21365 -0.39402 0.21412 C -0.4047 0.21921 -0.39623 0.21597 -0.40678 0.22361 C -0.40808 0.22453 -0.40951 0.22476 -0.41095 0.22546 C -0.41238 0.22731 -0.41368 0.22962 -0.41524 0.23101 C -0.4172 0.23287 -0.41941 0.23356 -0.42149 0.23472 C -0.42878 0.23912 -0.4198 0.23402 -0.42996 0.23842 C -0.431 0.23912 -0.43204 0.24027 -0.43321 0.2405 C -0.4366 0.24097 -0.44024 0.2405 -0.44376 0.2405 L -0.44376 0.2405 L -0.44376 0.2405 C -0.44337 0.24675 -0.44376 0.25324 -0.44272 0.25925 C -0.4422 0.26134 -0.44076 0.26273 -0.43946 0.26296 C -0.43035 0.26412 -0.42123 0.26296 -0.41199 0.26296 L -0.41199 0.26296 L -0.39193 0.26296 L -0.29376 0.28541 L -0.25144 0.40578 " pathEditMode="relative" ptsTypes="AAAAAAAAAAAAAAAAAAAAAAAAAAAAAAA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D926AF-94AD-4066-9546-324238711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0" y="586866"/>
            <a:ext cx="10028179" cy="553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940D6D-C992-4A90-94ED-C718241E4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1" b="97396" l="2451" r="97059">
                        <a14:foregroundMark x1="12255" y1="42188" x2="13235" y2="43750"/>
                        <a14:foregroundMark x1="8824" y1="45313" x2="7843" y2="48438"/>
                        <a14:foregroundMark x1="87745" y1="19271" x2="94608" y2="44271"/>
                        <a14:foregroundMark x1="94608" y1="44271" x2="97549" y2="16667"/>
                        <a14:foregroundMark x1="97549" y1="16667" x2="88235" y2="19792"/>
                        <a14:foregroundMark x1="50490" y1="8333" x2="76961" y2="521"/>
                        <a14:foregroundMark x1="76961" y1="521" x2="53922" y2="9896"/>
                        <a14:foregroundMark x1="47549" y1="73438" x2="31373" y2="97396"/>
                        <a14:foregroundMark x1="31373" y1="97396" x2="50490" y2="77604"/>
                        <a14:foregroundMark x1="62255" y1="77083" x2="62255" y2="77083"/>
                        <a14:foregroundMark x1="59804" y1="77604" x2="42157" y2="96354"/>
                        <a14:foregroundMark x1="42157" y1="96354" x2="60294" y2="76563"/>
                        <a14:foregroundMark x1="60294" y1="76563" x2="60784" y2="76042"/>
                        <a14:foregroundMark x1="22549" y1="39583" x2="22549" y2="40625"/>
                        <a14:foregroundMark x1="22059" y1="38542" x2="16667" y2="41146"/>
                        <a14:foregroundMark x1="17647" y1="42708" x2="19118" y2="43750"/>
                        <a14:foregroundMark x1="4412" y1="48438" x2="2451" y2="526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0" y="1743075"/>
            <a:ext cx="1538288" cy="1447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399506-EF97-48D3-8F1D-58EDCF4A19EE}"/>
              </a:ext>
            </a:extLst>
          </p:cNvPr>
          <p:cNvSpPr txBox="1"/>
          <p:nvPr/>
        </p:nvSpPr>
        <p:spPr>
          <a:xfrm>
            <a:off x="392430" y="586866"/>
            <a:ext cx="455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was a hot summer day. The crow was very thirsty.</a:t>
            </a:r>
          </a:p>
        </p:txBody>
      </p:sp>
      <p:sp>
        <p:nvSpPr>
          <p:cNvPr id="2" name="Cloud Callout 1"/>
          <p:cNvSpPr/>
          <p:nvPr/>
        </p:nvSpPr>
        <p:spPr>
          <a:xfrm>
            <a:off x="7990449" y="1436751"/>
            <a:ext cx="914400" cy="612648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Too hot…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673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73 -0.10162 L 0.17773 -0.10139 C 0.17435 -0.10231 0.17122 -0.10254 0.16797 -0.10347 C 0.16693 -0.10393 0.16601 -0.10555 0.16484 -0.10532 L 0.01068 -0.10162 C 0.00885 -0.10116 0.00716 -0.10046 0.00534 -0.09977 C -0.0112 -0.09305 0.00364 -0.09838 -0.00833 -0.09421 C -0.01055 -0.09236 -0.0125 -0.08958 -0.01472 -0.08842 C -0.01693 -0.0875 -0.03425 -0.08495 -0.03477 -0.08472 C -0.03646 -0.08379 -0.04284 -0.07963 -0.04531 -0.07916 C -0.04987 -0.07824 -0.05456 -0.07778 -0.05912 -0.07731 C -0.07409 -0.07199 -0.06602 -0.07407 -0.08333 -0.07153 C -0.08581 -0.07037 -0.08841 -0.06944 -0.09076 -0.06782 C -0.09219 -0.0669 -0.09349 -0.06458 -0.09505 -0.06412 C -0.09844 -0.06273 -0.10208 -0.06296 -0.1056 -0.06227 C -0.10807 -0.06088 -0.11055 -0.05972 -0.11289 -0.05856 C -0.11615 -0.05671 -0.11927 -0.05416 -0.1224 -0.05278 C -0.12487 -0.05185 -0.12735 -0.05162 -0.12982 -0.05092 C -0.13125 -0.04977 -0.13255 -0.04815 -0.13412 -0.04722 C -0.13685 -0.0456 -0.14258 -0.04352 -0.14258 -0.04328 C -0.14362 -0.04213 -0.14453 -0.04028 -0.1457 -0.03958 C -0.14883 -0.03819 -0.15208 -0.03866 -0.15521 -0.03773 C -0.15729 -0.03727 -0.15951 -0.0368 -0.16159 -0.03588 C -0.16263 -0.03541 -0.16367 -0.03426 -0.16472 -0.03403 C -0.17708 -0.03148 -0.19219 -0.02986 -0.20482 -0.02847 C -0.20729 -0.02778 -0.20977 -0.02708 -0.21224 -0.02662 C -0.21615 -0.02569 -0.22005 -0.02546 -0.22383 -0.02453 C -0.22813 -0.02361 -0.23229 -0.02199 -0.23659 -0.02083 C -0.24037 -0.01991 -0.24427 -0.01944 -0.24818 -0.01898 C -0.25938 -0.01805 -0.2707 -0.01713 -0.28203 -0.01713 L -0.28203 -0.0169 C -0.30768 -0.01643 -0.33333 -0.0169 -0.35912 -0.01528 C -0.35912 -0.01504 -0.36706 -0.01065 -0.36862 -0.00972 L -0.37175 -0.00764 L -0.37487 -0.00578 C -0.37917 0.00162 -0.37813 0.00047 -0.38438 0.00718 C -0.3862 0.00926 -0.38789 0.01134 -0.38972 0.01297 C -0.39102 0.01389 -0.39258 0.01412 -0.39388 0.01482 C -0.39505 0.01597 -0.39597 0.01759 -0.39714 0.01852 C -0.39805 0.01945 -0.40026 0.02037 -0.40026 0.0206 L -0.40026 0.02037 C -0.40313 0.02292 -0.40599 0.02523 -0.40873 0.02801 C -0.40873 0.02824 -0.41667 0.03727 -0.41823 0.03912 L -0.42136 0.04306 C -0.4224 0.04422 -0.4237 0.04514 -0.42461 0.04676 C -0.42565 0.04861 -0.42656 0.05093 -0.42774 0.05232 C -0.42865 0.05347 -0.42995 0.05347 -0.43086 0.05417 C -0.43307 0.05602 -0.43516 0.05787 -0.43724 0.05996 C -0.43841 0.06088 -0.43932 0.0625 -0.44037 0.06366 C -0.44245 0.06574 -0.44466 0.06736 -0.44675 0.06922 C -0.4487 0.07292 -0.45039 0.07662 -0.45313 0.07871 C -0.45508 0.08033 -0.45755 0.08033 -0.45938 0.08241 C -0.46406 0.08797 -0.46133 0.08565 -0.46784 0.08797 C -0.47435 0.09375 -0.47083 0.09028 -0.47839 0.09931 L -0.48164 0.10301 L -0.48477 0.10695 C -0.48945 0.11945 -0.48399 0.10718 -0.49011 0.11435 C -0.49792 0.12384 -0.48893 0.11736 -0.49636 0.12199 C -0.4974 0.12315 -0.50222 0.12986 -0.50378 0.13125 C -0.50547 0.13287 -0.50742 0.13357 -0.50912 0.13496 C -0.51016 0.13611 -0.51107 0.13797 -0.51224 0.13889 C -0.51432 0.14051 -0.51654 0.14121 -0.51862 0.14259 L -0.52175 0.14445 C -0.52279 0.1456 -0.5237 0.14746 -0.52487 0.14815 C -0.52656 0.14931 -0.52852 0.14931 -0.53021 0.15 C -0.53125 0.15047 -0.53229 0.15139 -0.53333 0.15185 C -0.53516 0.15278 -0.53698 0.15301 -0.53867 0.15394 C -0.53972 0.1544 -0.54089 0.15486 -0.5418 0.15579 C -0.54401 0.15787 -0.5457 0.16204 -0.54818 0.1632 C -0.56393 0.17084 -0.55573 0.16829 -0.57227 0.17084 C -0.65794 0.21227 -0.57865 0.17361 -0.67474 0.22153 L -0.7319 0.24977 " pathEditMode="relative" rAng="0" ptsTypes="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82" y="1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4F5845-56FD-4B24-BB74-DB458C5EA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737912"/>
            <a:ext cx="9601199" cy="54267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932F08-3648-4C25-B9A9-64D047DB81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79" b="84120" l="9722" r="89815">
                        <a14:foregroundMark x1="56019" y1="83691" x2="32407" y2="82403"/>
                        <a14:foregroundMark x1="32407" y1="82403" x2="55093" y2="83691"/>
                        <a14:foregroundMark x1="13426" y1="7296" x2="37037" y2="14592"/>
                        <a14:foregroundMark x1="37037" y1="14592" x2="61111" y2="12446"/>
                        <a14:foregroundMark x1="61111" y1="12446" x2="37500" y2="5579"/>
                        <a14:foregroundMark x1="37500" y1="5579" x2="12037" y2="72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223"/>
          <a:stretch/>
        </p:blipFill>
        <p:spPr>
          <a:xfrm>
            <a:off x="1571626" y="3300412"/>
            <a:ext cx="1567767" cy="1585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46A7AF-E564-45FB-8A87-469598729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21" b="97396" l="2451" r="97059">
                        <a14:foregroundMark x1="12255" y1="42188" x2="13235" y2="43750"/>
                        <a14:foregroundMark x1="8824" y1="45313" x2="7843" y2="48438"/>
                        <a14:foregroundMark x1="87745" y1="19271" x2="94608" y2="44271"/>
                        <a14:foregroundMark x1="94608" y1="44271" x2="97549" y2="16667"/>
                        <a14:foregroundMark x1="97549" y1="16667" x2="88235" y2="19792"/>
                        <a14:foregroundMark x1="50490" y1="8333" x2="76961" y2="521"/>
                        <a14:foregroundMark x1="76961" y1="521" x2="53922" y2="9896"/>
                        <a14:foregroundMark x1="47549" y1="73438" x2="31373" y2="97396"/>
                        <a14:foregroundMark x1="31373" y1="97396" x2="50490" y2="77604"/>
                        <a14:foregroundMark x1="62255" y1="77083" x2="62255" y2="77083"/>
                        <a14:foregroundMark x1="59804" y1="77604" x2="42157" y2="96354"/>
                        <a14:foregroundMark x1="42157" y1="96354" x2="60294" y2="76563"/>
                        <a14:foregroundMark x1="60294" y1="76563" x2="60784" y2="76042"/>
                        <a14:foregroundMark x1="22549" y1="39583" x2="22549" y2="40625"/>
                        <a14:foregroundMark x1="22059" y1="38542" x2="16667" y2="41146"/>
                        <a14:foregroundMark x1="17647" y1="42708" x2="19118" y2="43750"/>
                        <a14:foregroundMark x1="4412" y1="48438" x2="2451" y2="526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275" y="1323975"/>
            <a:ext cx="1538288" cy="1447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8C5D2A-E911-4CE1-AF8D-50CCD538E0CE}"/>
              </a:ext>
            </a:extLst>
          </p:cNvPr>
          <p:cNvSpPr txBox="1"/>
          <p:nvPr/>
        </p:nvSpPr>
        <p:spPr>
          <a:xfrm>
            <a:off x="2355509" y="1323975"/>
            <a:ext cx="461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last, he saw a pitcher with a little water at the bottom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9637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-2.5E-6 1.48148E-6 L -0.02122 0.00208 L -0.06133 0.00579 L -0.15638 0.00393 C -0.23034 0.00116 -0.12057 0.00301 -0.17435 1.48148E-6 C -0.1944 -0.00093 -0.21445 -0.00116 -0.2345 -0.00185 C -0.24336 -0.00232 -0.25221 -0.00255 -0.26094 -0.0037 C -0.26237 -0.00394 -0.2638 -0.00509 -0.26523 -0.00556 C -0.26797 -0.00648 -0.27083 -0.00671 -0.27357 -0.00741 C -0.275 -0.0081 -0.27656 -0.0081 -0.27786 -0.00926 C -0.27942 -0.01065 -0.28034 -0.01412 -0.28203 -0.01482 C -0.28515 -0.01667 -0.28841 -0.0162 -0.29153 -0.0169 C -0.29375 -0.01806 -0.2957 -0.02153 -0.29791 -0.0206 L -0.30208 -0.01875 L -0.30208 -0.01875 C -0.31198 -0.01921 -0.32187 -0.01944 -0.33177 -0.0206 C -0.34297 -0.02176 -0.33411 -0.02176 -0.34127 -0.02431 C -0.34362 -0.02523 -0.34622 -0.02546 -0.34857 -0.02616 C -0.35 -0.02662 -0.35143 -0.02778 -0.35286 -0.02801 C -0.37461 -0.03403 -0.35338 -0.02685 -0.36758 -0.03171 C -0.38307 -0.03125 -0.3987 -0.03171 -0.41406 -0.02986 C -0.41536 -0.02986 -0.41614 -0.02708 -0.41732 -0.02616 C -0.41927 -0.02454 -0.42174 -0.02454 -0.42357 -0.02245 C -0.42461 -0.0213 -0.42565 -0.01968 -0.42682 -0.01875 C -0.43125 -0.01505 -0.43307 -0.01528 -0.43737 -0.01296 C -0.43841 -0.0125 -0.43945 -0.01181 -0.44049 -0.01111 C -0.44362 -0.00741 -0.44427 -0.00718 -0.44687 -0.00185 C -0.44765 1.48148E-6 -0.44831 0.00208 -0.44896 0.00393 C -0.44935 0.00579 -0.44948 0.00764 -0.45 0.00949 C -0.45065 0.01157 -0.45143 0.01319 -0.45208 0.01505 C -0.45247 0.0162 -0.45286 0.01759 -0.45312 0.01898 L -0.44583 0.18611 C -0.43841 0.18657 -0.43099 0.18681 -0.42357 0.18796 C -0.41992 0.18843 -0.41653 0.19005 -0.41302 0.19167 C -0.41094 0.19421 -0.40911 0.19768 -0.40677 0.19907 C -0.40208 0.20185 -0.40456 0.20023 -0.39935 0.20486 C -0.39831 0.20671 -0.39726 0.2088 -0.39609 0.21042 C -0.39323 0.21481 -0.39062 0.2162 -0.38659 0.21782 C -0.38203 0.21991 -0.38385 0.21991 -0.38138 0.21991 L -0.36237 0.40208 " pathEditMode="relative" ptsTypes="AAAAAAAAAAAAAAAAAAAAAAAAAAAAAAAAAAAA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B8F99A-44B8-4F98-A218-080CBA443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6" y="750412"/>
            <a:ext cx="9515474" cy="4894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1C56FF-CB5D-40FA-8C6C-C8AFCEF5FEB4}"/>
              </a:ext>
            </a:extLst>
          </p:cNvPr>
          <p:cNvSpPr txBox="1"/>
          <p:nvPr/>
        </p:nvSpPr>
        <p:spPr>
          <a:xfrm>
            <a:off x="5910263" y="1270781"/>
            <a:ext cx="3990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 tried to drink but the water was too low</a:t>
            </a:r>
          </a:p>
        </p:txBody>
      </p:sp>
      <p:sp>
        <p:nvSpPr>
          <p:cNvPr id="2" name="Cloud Callout 1"/>
          <p:cNvSpPr/>
          <p:nvPr/>
        </p:nvSpPr>
        <p:spPr>
          <a:xfrm>
            <a:off x="3949580" y="1446486"/>
            <a:ext cx="1960683" cy="910495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</a:t>
            </a:r>
            <a:r>
              <a:rPr lang="en-US" sz="800" dirty="0" smtClean="0"/>
              <a:t> </a:t>
            </a:r>
            <a:r>
              <a:rPr lang="en-US" sz="1400" dirty="0" smtClean="0"/>
              <a:t>water…</a:t>
            </a:r>
            <a:r>
              <a:rPr lang="en-US" sz="1400" dirty="0" smtClean="0">
                <a:solidFill>
                  <a:schemeClr val="accent2"/>
                </a:solidFill>
              </a:rPr>
              <a:t>😥🙂</a:t>
            </a:r>
            <a:endParaRPr lang="en-US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53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30B98-6D94-44BD-AD7E-72B594114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60" y="365678"/>
            <a:ext cx="10897679" cy="5973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E350D0-1A0F-4F8D-A199-E80DAF3B2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79" b="84120" l="9722" r="89815">
                        <a14:foregroundMark x1="56019" y1="83691" x2="32407" y2="82403"/>
                        <a14:foregroundMark x1="32407" y1="82403" x2="55093" y2="83691"/>
                        <a14:foregroundMark x1="13426" y1="7296" x2="37037" y2="14592"/>
                        <a14:foregroundMark x1="37037" y1="14592" x2="61111" y2="12446"/>
                        <a14:foregroundMark x1="61111" y1="12446" x2="37500" y2="5579"/>
                        <a14:foregroundMark x1="37500" y1="5579" x2="12037" y2="72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223"/>
          <a:stretch/>
        </p:blipFill>
        <p:spPr>
          <a:xfrm>
            <a:off x="2714626" y="3833812"/>
            <a:ext cx="1567767" cy="1585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772196-287E-4D0B-A1CE-425ABD1DBD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39" b="89474" l="8597" r="91403">
                        <a14:foregroundMark x1="9050" y1="30702" x2="13122" y2="37719"/>
                        <a14:foregroundMark x1="67421" y1="5702" x2="44344" y2="4825"/>
                        <a14:foregroundMark x1="44344" y1="4825" x2="64706" y2="24123"/>
                        <a14:foregroundMark x1="64706" y1="24123" x2="74208" y2="439"/>
                        <a14:foregroundMark x1="74208" y1="439" x2="60181" y2="439"/>
                        <a14:foregroundMark x1="37104" y1="23246" x2="39819" y2="25000"/>
                        <a14:foregroundMark x1="91855" y1="80702" x2="88688" y2="79386"/>
                        <a14:foregroundMark x1="8597" y1="33772" x2="9502" y2="364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535" y="3249731"/>
            <a:ext cx="1635702" cy="1687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1D352A-E590-4504-827B-CD758EFB40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1778" y1="59111" x2="19111" y2="61333"/>
                        <a14:foregroundMark x1="76444" y1="83111" x2="51556" y2="79111"/>
                        <a14:foregroundMark x1="51556" y1="79111" x2="74667" y2="81333"/>
                        <a14:foregroundMark x1="74667" y1="81333" x2="74667" y2="79556"/>
                        <a14:foregroundMark x1="60000" y1="62667" x2="50667" y2="60444"/>
                        <a14:foregroundMark x1="88889" y1="65333" x2="85778" y2="60444"/>
                        <a14:foregroundMark x1="75556" y1="51111" x2="70667" y2="42222"/>
                        <a14:foregroundMark x1="83111" y1="33778" x2="75111" y2="31111"/>
                        <a14:foregroundMark x1="59556" y1="15556" x2="61778" y2="14667"/>
                        <a14:foregroundMark x1="62667" y1="14222" x2="62222" y2="10667"/>
                        <a14:foregroundMark x1="52889" y1="31556" x2="53333" y2="32444"/>
                        <a14:foregroundMark x1="45778" y1="36889" x2="41778" y2="39556"/>
                        <a14:foregroundMark x1="33333" y1="46222" x2="28000" y2="46667"/>
                        <a14:foregroundMark x1="19111" y1="61778" x2="19111" y2="60000"/>
                        <a14:foregroundMark x1="19111" y1="59111" x2="16000" y2="61333"/>
                        <a14:foregroundMark x1="21778" y1="33778" x2="24444" y2="34222"/>
                        <a14:foregroundMark x1="33778" y1="20000" x2="30667" y2="2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497" y="4709543"/>
            <a:ext cx="1782779" cy="17827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65CAEC-B04A-4B05-9F32-EFB2782B0FF9}"/>
              </a:ext>
            </a:extLst>
          </p:cNvPr>
          <p:cNvSpPr txBox="1"/>
          <p:nvPr/>
        </p:nvSpPr>
        <p:spPr>
          <a:xfrm>
            <a:off x="7516191" y="5861773"/>
            <a:ext cx="410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clever crow had an idea.</a:t>
            </a:r>
          </a:p>
        </p:txBody>
      </p:sp>
      <p:sp>
        <p:nvSpPr>
          <p:cNvPr id="2" name="Cloud Callout 1"/>
          <p:cNvSpPr/>
          <p:nvPr/>
        </p:nvSpPr>
        <p:spPr>
          <a:xfrm>
            <a:off x="4441186" y="3065003"/>
            <a:ext cx="914400" cy="612648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C000"/>
                </a:solidFill>
              </a:rPr>
              <a:t>Idea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49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D49567-18E8-4541-B6F3-FE984816F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78" y="723215"/>
            <a:ext cx="10897679" cy="5973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D7DF20-3899-45CB-9E67-AF522B97F2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79" b="84120" l="9722" r="89815">
                        <a14:foregroundMark x1="56019" y1="83691" x2="32407" y2="82403"/>
                        <a14:foregroundMark x1="32407" y1="82403" x2="55093" y2="83691"/>
                        <a14:foregroundMark x1="13426" y1="7296" x2="37037" y2="14592"/>
                        <a14:foregroundMark x1="37037" y1="14592" x2="61111" y2="12446"/>
                        <a14:foregroundMark x1="61111" y1="12446" x2="37500" y2="5579"/>
                        <a14:foregroundMark x1="37500" y1="5579" x2="12037" y2="72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223"/>
          <a:stretch/>
        </p:blipFill>
        <p:spPr>
          <a:xfrm>
            <a:off x="2838483" y="4000021"/>
            <a:ext cx="1567767" cy="1585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717E1B-0A33-4FE1-A2A6-A5B003B7C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78" b="92889" l="9778" r="89778">
                        <a14:foregroundMark x1="22667" y1="11111" x2="13778" y2="35556"/>
                        <a14:foregroundMark x1="13778" y1="35556" x2="38667" y2="22222"/>
                        <a14:foregroundMark x1="38667" y1="22222" x2="17333" y2="12000"/>
                        <a14:foregroundMark x1="17333" y1="12000" x2="16000" y2="12889"/>
                        <a14:foregroundMark x1="64000" y1="75111" x2="27556" y2="75111"/>
                        <a14:foregroundMark x1="27556" y1="75111" x2="11111" y2="92889"/>
                        <a14:foregroundMark x1="11111" y1="92889" x2="76000" y2="88000"/>
                        <a14:foregroundMark x1="76000" y1="88000" x2="62222" y2="72444"/>
                        <a14:foregroundMark x1="47111" y1="76889" x2="48444" y2="76444"/>
                        <a14:foregroundMark x1="49333" y1="76889" x2="50222" y2="76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763" y="3709986"/>
            <a:ext cx="1490663" cy="14906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BCA61A-2A0D-4259-8A5D-66B60BA0EE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483" y="4117655"/>
            <a:ext cx="675323" cy="6753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585B21-CE4A-4BAA-84B3-A7EFE51FFD43}"/>
              </a:ext>
            </a:extLst>
          </p:cNvPr>
          <p:cNvSpPr txBox="1"/>
          <p:nvPr/>
        </p:nvSpPr>
        <p:spPr>
          <a:xfrm>
            <a:off x="3263194" y="1247104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 started dropping pebbles into the pitcher.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172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0.01944 L -0.02825 0.01944 C -0.04192 0.01944 -0.05872 0.00856 -0.05872 -0.00023 L -0.05872 -0.01991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0" y="-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0BF8F2-86A2-498A-81A1-69F7CE35F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52" y="968570"/>
            <a:ext cx="9925050" cy="54403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1992DA-4AD2-4BEA-A2A4-6C9B0D47A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288" y="4019551"/>
            <a:ext cx="1804988" cy="1804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A682C-9C02-41A8-8264-682F8E498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103" y="3429000"/>
            <a:ext cx="1071563" cy="1071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540E1C-530A-4149-B757-BE568B32977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1778" y1="59111" x2="19111" y2="61333"/>
                        <a14:foregroundMark x1="76444" y1="83111" x2="51556" y2="79111"/>
                        <a14:foregroundMark x1="51556" y1="79111" x2="74667" y2="81333"/>
                        <a14:foregroundMark x1="74667" y1="81333" x2="74667" y2="79556"/>
                        <a14:foregroundMark x1="60000" y1="62667" x2="50667" y2="60444"/>
                        <a14:foregroundMark x1="88889" y1="65333" x2="85778" y2="60444"/>
                        <a14:foregroundMark x1="75556" y1="51111" x2="70667" y2="42222"/>
                        <a14:foregroundMark x1="83111" y1="33778" x2="75111" y2="31111"/>
                        <a14:foregroundMark x1="59556" y1="15556" x2="61778" y2="14667"/>
                        <a14:foregroundMark x1="62667" y1="14222" x2="62222" y2="10667"/>
                        <a14:foregroundMark x1="52889" y1="31556" x2="53333" y2="32444"/>
                        <a14:foregroundMark x1="45778" y1="36889" x2="41778" y2="39556"/>
                        <a14:foregroundMark x1="33333" y1="46222" x2="28000" y2="46667"/>
                        <a14:foregroundMark x1="19111" y1="61778" x2="19111" y2="60000"/>
                        <a14:foregroundMark x1="19111" y1="59111" x2="16000" y2="61333"/>
                        <a14:foregroundMark x1="21778" y1="33778" x2="24444" y2="34222"/>
                        <a14:foregroundMark x1="33778" y1="20000" x2="30667" y2="2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71" y="4545781"/>
            <a:ext cx="411180" cy="4111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3475D8-6370-4864-A291-E00D54EA54D5}"/>
              </a:ext>
            </a:extLst>
          </p:cNvPr>
          <p:cNvSpPr txBox="1"/>
          <p:nvPr/>
        </p:nvSpPr>
        <p:spPr>
          <a:xfrm>
            <a:off x="2820360" y="1515328"/>
            <a:ext cx="3714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Soon, the water came up to the top</a:t>
            </a:r>
          </a:p>
          <a:p>
            <a:r>
              <a:rPr lang="en-US" dirty="0"/>
              <a:t>The crow drank the water and felt refreshed</a:t>
            </a:r>
          </a:p>
        </p:txBody>
      </p:sp>
    </p:spTree>
    <p:extLst>
      <p:ext uri="{BB962C8B-B14F-4D97-AF65-F5344CB8AC3E}">
        <p14:creationId xmlns:p14="http://schemas.microsoft.com/office/powerpoint/2010/main" val="322239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20603-4C8A-4678-9DA7-EA2CCBFE8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5" y="230437"/>
            <a:ext cx="10897679" cy="59735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2B70DC-D4B6-43DC-91D6-5315C3A55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612" y="536761"/>
            <a:ext cx="2143125" cy="2143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1AB296-40E8-4F98-AC01-FDF7AD250F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8" y="4162516"/>
            <a:ext cx="1804988" cy="1804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FD7EDE-10BE-449F-A902-E9D19D2BEAB1}"/>
              </a:ext>
            </a:extLst>
          </p:cNvPr>
          <p:cNvSpPr txBox="1"/>
          <p:nvPr/>
        </p:nvSpPr>
        <p:spPr>
          <a:xfrm>
            <a:off x="3902725" y="203355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Moral: </a:t>
            </a:r>
            <a:r>
              <a:rPr lang="en-US" i="1" dirty="0"/>
              <a:t>Where there’s a will, there’s a way.</a:t>
            </a:r>
            <a:endParaRPr lang="en-US" dirty="0"/>
          </a:p>
        </p:txBody>
      </p:sp>
      <p:sp>
        <p:nvSpPr>
          <p:cNvPr id="2" name="Cloud Callout 1"/>
          <p:cNvSpPr/>
          <p:nvPr/>
        </p:nvSpPr>
        <p:spPr>
          <a:xfrm>
            <a:off x="2844331" y="230437"/>
            <a:ext cx="914400" cy="612648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Never give up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5935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5208 L -3.75E-6 0.15255 C 0.00352 0.15139 0.0073 0.15162 0.01081 0.14977 C 0.01185 0.14931 0.01263 0.14699 0.01368 0.14607 C 0.01498 0.14514 0.01641 0.14468 0.01771 0.14398 C 0.02344 0.14097 0.01758 0.14329 0.02461 0.14028 C 0.02631 0.13935 0.028 0.13889 0.02956 0.13843 C 0.0306 0.13796 0.03151 0.13681 0.03256 0.13634 C 0.04037 0.13195 0.03933 0.13287 0.04649 0.13032 L 0.05534 0.12431 C 0.05638 0.12384 0.0573 0.12315 0.05834 0.12269 C 0.05964 0.12176 0.06094 0.1213 0.06237 0.1206 C 0.06433 0.11945 0.06628 0.11759 0.06823 0.11644 C 0.06993 0.11597 0.07162 0.11551 0.07318 0.11482 C 0.07513 0.11366 0.07709 0.11157 0.07917 0.11065 C 0.08073 0.11019 0.08243 0.10995 0.08412 0.1088 C 0.08711 0.10718 0.08998 0.1037 0.09297 0.10301 C 0.09532 0.10232 0.09766 0.10162 0.1 0.10116 C 0.10261 0.1 0.10534 0.09861 0.10782 0.09699 C 0.10886 0.09653 0.1099 0.0956 0.11081 0.09514 C 0.11276 0.09445 0.11485 0.09375 0.1168 0.09306 C 0.12162 0.09005 0.12279 0.08866 0.12761 0.08727 C 0.13073 0.08634 0.1336 0.08611 0.13659 0.08542 C 0.14063 0.08403 0.14857 0.08125 0.14857 0.08148 C 0.15756 0.07546 0.15235 0.07801 0.16446 0.07546 C 0.17045 0.07269 0.16693 0.07454 0.17435 0.06968 C 0.17526 0.06875 0.17631 0.06806 0.17722 0.06782 C 0.17891 0.06713 0.18047 0.06667 0.1823 0.06574 C 0.18972 0.06204 0.17995 0.06551 0.18907 0.06181 C 0.19792 0.05833 0.19232 0.06181 0.19805 0.05787 C 0.19909 0.05671 0.2 0.05486 0.20105 0.05417 C 0.20196 0.05301 0.20313 0.05324 0.20404 0.05208 C 0.20521 0.05023 0.20586 0.04792 0.2069 0.04583 C 0.20756 0.04537 0.20821 0.04491 0.20899 0.04421 L 0.40625 -0.075 " pathEditMode="relative" rAng="0" ptsTypes="AAAAAAAAAAAAAAAAAAAAAAAAAAAA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3" y="-1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100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Usama</dc:creator>
  <cp:lastModifiedBy>Tech Mehal</cp:lastModifiedBy>
  <cp:revision>12</cp:revision>
  <dcterms:created xsi:type="dcterms:W3CDTF">2025-10-09T01:58:35Z</dcterms:created>
  <dcterms:modified xsi:type="dcterms:W3CDTF">2025-10-24T10:17:15Z</dcterms:modified>
</cp:coreProperties>
</file>