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75" r:id="rId4"/>
    <p:sldId id="274" r:id="rId5"/>
    <p:sldId id="277" r:id="rId6"/>
    <p:sldId id="265" r:id="rId7"/>
    <p:sldId id="267" r:id="rId8"/>
    <p:sldId id="268" r:id="rId9"/>
    <p:sldId id="271" r:id="rId10"/>
    <p:sldId id="269" r:id="rId11"/>
    <p:sldId id="278" r:id="rId12"/>
    <p:sldId id="279" r:id="rId13"/>
    <p:sldId id="270" r:id="rId14"/>
  </p:sldIdLst>
  <p:sldSz cx="12192000" cy="6858000"/>
  <p:notesSz cx="6858000" cy="9144000"/>
  <p:custShowLst>
    <p:custShow name="Custom Show 1" id="0">
      <p:sldLst/>
    </p:custShow>
    <p:custShow name="Custom Show 2" id="1">
      <p:sldLst/>
    </p:custShow>
    <p:custShow name="Custom Show 3" id="2">
      <p:sldLst>
        <p:sld r:id="rId7"/>
        <p:sld r:id="rId8"/>
        <p:sld r:id="rId9"/>
        <p:sld r:id="rId10"/>
        <p:sld r:id="rId11"/>
        <p:sld r:id="rId14"/>
      </p:sldLst>
    </p:custShow>
  </p:custShow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MYLS" initials="P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A31D7D"/>
    <a:srgbClr val="8D08C8"/>
    <a:srgbClr val="3488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73" autoAdjust="0"/>
    <p:restoredTop sz="94660"/>
  </p:normalViewPr>
  <p:slideViewPr>
    <p:cSldViewPr snapToGrid="0">
      <p:cViewPr varScale="1">
        <p:scale>
          <a:sx n="67" d="100"/>
          <a:sy n="67" d="100"/>
        </p:scale>
        <p:origin x="102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8" Type="http://schemas.openxmlformats.org/officeDocument/2006/relationships/commentAuthors" Target="commentAuthors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file:///C:\Users\IFFA\Downloads\AICT%20Mid%20Term%20Project%20(2).xlsx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oleObject" Target="file:///C:\Users\IFFA\Downloads\AICT%20Mid%20Term%20Project%20(2)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1400" b="1" i="0" u="none" strike="noStrike" kern="1200" baseline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effectLst/>
      </c:spPr>
    </c:floor>
    <c:sideWall>
      <c:thickness val="0"/>
      <c:spPr>
        <a:noFill/>
        <a:effectLst/>
      </c:spPr>
    </c:sideWall>
    <c:backWall>
      <c:thickness val="0"/>
      <c:spPr>
        <a:noFill/>
        <a:effectLst/>
      </c:spPr>
    </c:backWall>
    <c:plotArea>
      <c:layout>
        <c:manualLayout>
          <c:layoutTarget val="inner"/>
          <c:xMode val="edge"/>
          <c:yMode val="edge"/>
          <c:x val="0.00287136294027565"/>
          <c:y val="0.470012497747555"/>
          <c:w val="0.938888888888889"/>
          <c:h val="0.527226596675416"/>
        </c:manualLayout>
      </c:layout>
      <c:pie3DChart>
        <c:varyColors val="1"/>
        <c:ser>
          <c:idx val="0"/>
          <c:order val="0"/>
          <c:tx>
            <c:strRef>
              <c:f>'[AICT Mid Term Project (2).xlsx]Form Responses 1'!$I$3</c:f>
              <c:strCache>
                <c:ptCount val="1"/>
                <c:pt idx="0">
                  <c:v>How likely are you to replay a scene just because of the sound/music? 🎶💫  </c:v>
                </c:pt>
              </c:strCache>
            </c:strRef>
          </c:tx>
          <c:spPr>
            <a:scene3d>
              <a:camera prst="orthographicFront"/>
              <a:lightRig rig="threePt" dir="t"/>
            </a:scene3d>
            <a:sp3d contourW="9525"/>
          </c:spPr>
          <c:explosion val="3"/>
          <c:dPt>
            <c:idx val="0"/>
            <c:bubble3D val="0"/>
            <c:spPr>
              <a:gradFill>
                <a:gsLst>
                  <a:gs pos="0">
                    <a:schemeClr val="accent1">
                      <a:lumMod val="40000"/>
                      <a:lumOff val="60000"/>
                    </a:schemeClr>
                  </a:gs>
                  <a:gs pos="90000">
                    <a:schemeClr val="accent1"/>
                  </a:gs>
                </a:gsLst>
                <a:lin ang="5400000" scaled="0"/>
              </a:gradFill>
              <a:ln>
                <a:gradFill>
                  <a:gsLst>
                    <a:gs pos="0">
                      <a:schemeClr val="accent1"/>
                    </a:gs>
                    <a:gs pos="100000">
                      <a:schemeClr val="accent1">
                        <a:lumMod val="75000"/>
                      </a:schemeClr>
                    </a:gs>
                  </a:gsLst>
                  <a:lin ang="5400000" scaled="1"/>
                </a:gradFill>
              </a:ln>
              <a:effectLst>
                <a:outerShdw blurRad="76200" dist="25400" dir="2700000" algn="tl" rotWithShape="0">
                  <a:srgbClr val="000000">
                    <a:lumMod val="50000"/>
                    <a:alpha val="30000"/>
                  </a:srgbClr>
                </a:outerShdw>
              </a:effectLst>
            </c:spPr>
          </c:dPt>
          <c:dPt>
            <c:idx val="1"/>
            <c:bubble3D val="0"/>
            <c:spPr>
              <a:gradFill>
                <a:gsLst>
                  <a:gs pos="0">
                    <a:schemeClr val="accent2">
                      <a:lumMod val="40000"/>
                      <a:lumOff val="60000"/>
                    </a:schemeClr>
                  </a:gs>
                  <a:gs pos="90000">
                    <a:schemeClr val="accent2"/>
                  </a:gs>
                </a:gsLst>
                <a:lin ang="5400000" scaled="0"/>
              </a:gradFill>
              <a:ln>
                <a:gradFill>
                  <a:gsLst>
                    <a:gs pos="0">
                      <a:schemeClr val="accent2"/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5400000" scaled="1"/>
                </a:gradFill>
              </a:ln>
              <a:effectLst>
                <a:outerShdw blurRad="76200" dist="25400" dir="2700000" algn="tl" rotWithShape="0">
                  <a:srgbClr val="000000">
                    <a:lumMod val="50000"/>
                    <a:alpha val="30000"/>
                  </a:srgbClr>
                </a:outerShdw>
              </a:effectLst>
            </c:spPr>
          </c:dPt>
          <c:dPt>
            <c:idx val="2"/>
            <c:bubble3D val="0"/>
            <c:spPr>
              <a:gradFill>
                <a:gsLst>
                  <a:gs pos="0">
                    <a:schemeClr val="accent3">
                      <a:lumMod val="40000"/>
                      <a:lumOff val="60000"/>
                    </a:schemeClr>
                  </a:gs>
                  <a:gs pos="90000">
                    <a:schemeClr val="accent3"/>
                  </a:gs>
                </a:gsLst>
                <a:lin ang="5400000" scaled="0"/>
              </a:gradFill>
              <a:ln>
                <a:gradFill>
                  <a:gsLst>
                    <a:gs pos="0">
                      <a:schemeClr val="accent3"/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5400000" scaled="1"/>
                </a:gradFill>
              </a:ln>
              <a:effectLst>
                <a:outerShdw blurRad="76200" dist="25400" dir="2700000" algn="tl" rotWithShape="0">
                  <a:srgbClr val="000000">
                    <a:lumMod val="50000"/>
                    <a:alpha val="30000"/>
                  </a:srgbClr>
                </a:outerShdw>
              </a:effectLst>
            </c:spPr>
          </c:dPt>
          <c:dPt>
            <c:idx val="3"/>
            <c:bubble3D val="0"/>
            <c:spPr>
              <a:gradFill>
                <a:gsLst>
                  <a:gs pos="0">
                    <a:schemeClr val="accent4">
                      <a:lumMod val="40000"/>
                      <a:lumOff val="60000"/>
                    </a:schemeClr>
                  </a:gs>
                  <a:gs pos="90000">
                    <a:schemeClr val="accent4"/>
                  </a:gs>
                </a:gsLst>
                <a:lin ang="5400000" scaled="0"/>
              </a:gradFill>
              <a:ln>
                <a:gradFill>
                  <a:gsLst>
                    <a:gs pos="0">
                      <a:schemeClr val="accent4"/>
                    </a:gs>
                    <a:gs pos="100000">
                      <a:schemeClr val="accent4">
                        <a:lumMod val="75000"/>
                      </a:schemeClr>
                    </a:gs>
                  </a:gsLst>
                  <a:lin ang="5400000" scaled="1"/>
                </a:gradFill>
              </a:ln>
              <a:effectLst>
                <a:outerShdw blurRad="76200" dist="25400" dir="2700000" algn="tl" rotWithShape="0">
                  <a:srgbClr val="000000">
                    <a:lumMod val="50000"/>
                    <a:alpha val="30000"/>
                  </a:srgbClr>
                </a:outerShdw>
              </a:effectLst>
            </c:spPr>
          </c:dPt>
          <c:dPt>
            <c:idx val="4"/>
            <c:bubble3D val="0"/>
            <c:spPr>
              <a:gradFill>
                <a:gsLst>
                  <a:gs pos="0">
                    <a:schemeClr val="accent5">
                      <a:lumMod val="40000"/>
                      <a:lumOff val="60000"/>
                    </a:schemeClr>
                  </a:gs>
                  <a:gs pos="90000">
                    <a:schemeClr val="accent5"/>
                  </a:gs>
                </a:gsLst>
                <a:lin ang="5400000" scaled="0"/>
              </a:gradFill>
              <a:ln>
                <a:gradFill>
                  <a:gsLst>
                    <a:gs pos="0">
                      <a:schemeClr val="accent5"/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lin ang="5400000" scaled="1"/>
                </a:gradFill>
              </a:ln>
              <a:effectLst>
                <a:outerShdw blurRad="76200" dist="25400" dir="2700000" algn="tl" rotWithShape="0">
                  <a:srgbClr val="000000">
                    <a:lumMod val="50000"/>
                    <a:alpha val="30000"/>
                  </a:srgbClr>
                </a:outerShdw>
              </a:effectLst>
            </c:spPr>
          </c:dPt>
          <c:dPt>
            <c:idx val="5"/>
            <c:bubble3D val="0"/>
            <c:spPr>
              <a:gradFill>
                <a:gsLst>
                  <a:gs pos="0">
                    <a:schemeClr val="accent6">
                      <a:lumMod val="40000"/>
                      <a:lumOff val="60000"/>
                    </a:schemeClr>
                  </a:gs>
                  <a:gs pos="90000">
                    <a:schemeClr val="accent6"/>
                  </a:gs>
                </a:gsLst>
                <a:lin ang="5400000" scaled="0"/>
              </a:gradFill>
              <a:ln>
                <a:gradFill>
                  <a:gsLst>
                    <a:gs pos="0">
                      <a:schemeClr val="accent6"/>
                    </a:gs>
                    <a:gs pos="100000">
                      <a:schemeClr val="accent6">
                        <a:lumMod val="75000"/>
                      </a:schemeClr>
                    </a:gs>
                  </a:gsLst>
                  <a:lin ang="5400000" scaled="1"/>
                </a:gradFill>
              </a:ln>
              <a:effectLst>
                <a:outerShdw blurRad="76200" dist="25400" dir="2700000" algn="tl" rotWithShape="0">
                  <a:srgbClr val="000000">
                    <a:lumMod val="50000"/>
                    <a:alpha val="30000"/>
                  </a:srgbClr>
                </a:outerShdw>
              </a:effectLst>
            </c:spPr>
          </c:dPt>
          <c:dPt>
            <c:idx val="6"/>
            <c:bubble3D val="0"/>
            <c:spPr>
              <a:gradFill>
                <a:gsLst>
                  <a:gs pos="0">
                    <a:schemeClr val="accent1">
                      <a:lumMod val="60000"/>
                      <a:lumMod val="40000"/>
                      <a:lumOff val="60000"/>
                    </a:schemeClr>
                  </a:gs>
                  <a:gs pos="90000">
                    <a:schemeClr val="accent1">
                      <a:lumMod val="60000"/>
                    </a:schemeClr>
                  </a:gs>
                </a:gsLst>
                <a:lin ang="5400000" scaled="0"/>
              </a:gradFill>
              <a:ln>
                <a:gradFill>
                  <a:gsLst>
                    <a:gs pos="0">
                      <a:schemeClr val="accent1">
                        <a:lumMod val="60000"/>
                      </a:schemeClr>
                    </a:gs>
                    <a:gs pos="100000">
                      <a:schemeClr val="accent1">
                        <a:lumMod val="60000"/>
                        <a:lumMod val="75000"/>
                      </a:schemeClr>
                    </a:gs>
                  </a:gsLst>
                  <a:lin ang="5400000" scaled="1"/>
                </a:gradFill>
              </a:ln>
              <a:effectLst>
                <a:outerShdw blurRad="76200" dist="25400" dir="2700000" algn="tl" rotWithShape="0">
                  <a:srgbClr val="000000">
                    <a:lumMod val="50000"/>
                    <a:alpha val="30000"/>
                  </a:srgbClr>
                </a:outerShdw>
              </a:effectLst>
            </c:spPr>
          </c:dPt>
          <c:dPt>
            <c:idx val="7"/>
            <c:bubble3D val="0"/>
            <c:spPr>
              <a:gradFill>
                <a:gsLst>
                  <a:gs pos="0">
                    <a:schemeClr val="accent2">
                      <a:lumMod val="60000"/>
                      <a:lumMod val="40000"/>
                      <a:lumOff val="60000"/>
                    </a:schemeClr>
                  </a:gs>
                  <a:gs pos="90000">
                    <a:schemeClr val="accent2">
                      <a:lumMod val="60000"/>
                    </a:schemeClr>
                  </a:gs>
                </a:gsLst>
                <a:lin ang="5400000" scaled="0"/>
              </a:gradFill>
              <a:ln>
                <a:gradFill>
                  <a:gsLst>
                    <a:gs pos="0">
                      <a:schemeClr val="accent2">
                        <a:lumMod val="60000"/>
                      </a:schemeClr>
                    </a:gs>
                    <a:gs pos="100000">
                      <a:schemeClr val="accent2">
                        <a:lumMod val="60000"/>
                        <a:lumMod val="75000"/>
                      </a:schemeClr>
                    </a:gs>
                  </a:gsLst>
                  <a:lin ang="5400000" scaled="1"/>
                </a:gradFill>
              </a:ln>
              <a:effectLst>
                <a:outerShdw blurRad="76200" dist="25400" dir="2700000" algn="tl" rotWithShape="0">
                  <a:srgbClr val="000000">
                    <a:lumMod val="50000"/>
                    <a:alpha val="30000"/>
                  </a:srgbClr>
                </a:outerShdw>
              </a:effectLst>
            </c:spPr>
          </c:dPt>
          <c:dPt>
            <c:idx val="8"/>
            <c:bubble3D val="0"/>
            <c:spPr>
              <a:gradFill>
                <a:gsLst>
                  <a:gs pos="0">
                    <a:schemeClr val="accent3">
                      <a:lumMod val="60000"/>
                      <a:lumMod val="40000"/>
                      <a:lumOff val="60000"/>
                    </a:schemeClr>
                  </a:gs>
                  <a:gs pos="90000">
                    <a:schemeClr val="accent3">
                      <a:lumMod val="60000"/>
                    </a:schemeClr>
                  </a:gs>
                </a:gsLst>
                <a:lin ang="5400000" scaled="0"/>
              </a:gradFill>
              <a:ln>
                <a:gradFill>
                  <a:gsLst>
                    <a:gs pos="0">
                      <a:schemeClr val="accent3">
                        <a:lumMod val="60000"/>
                      </a:schemeClr>
                    </a:gs>
                    <a:gs pos="100000">
                      <a:schemeClr val="accent3">
                        <a:lumMod val="60000"/>
                        <a:lumMod val="75000"/>
                      </a:schemeClr>
                    </a:gs>
                  </a:gsLst>
                  <a:lin ang="5400000" scaled="1"/>
                </a:gradFill>
              </a:ln>
              <a:effectLst>
                <a:outerShdw blurRad="76200" dist="25400" dir="2700000" algn="tl" rotWithShape="0">
                  <a:srgbClr val="000000">
                    <a:lumMod val="50000"/>
                    <a:alpha val="30000"/>
                  </a:srgbClr>
                </a:outerShdw>
              </a:effectLst>
            </c:spPr>
          </c:dPt>
          <c:dPt>
            <c:idx val="9"/>
            <c:bubble3D val="0"/>
            <c:spPr>
              <a:gradFill>
                <a:gsLst>
                  <a:gs pos="0">
                    <a:schemeClr val="accent4">
                      <a:lumMod val="60000"/>
                      <a:lumMod val="40000"/>
                      <a:lumOff val="60000"/>
                    </a:schemeClr>
                  </a:gs>
                  <a:gs pos="90000">
                    <a:schemeClr val="accent4">
                      <a:lumMod val="60000"/>
                    </a:schemeClr>
                  </a:gs>
                </a:gsLst>
                <a:lin ang="5400000" scaled="0"/>
              </a:gradFill>
              <a:ln>
                <a:gradFill>
                  <a:gsLst>
                    <a:gs pos="0">
                      <a:schemeClr val="accent4">
                        <a:lumMod val="60000"/>
                      </a:schemeClr>
                    </a:gs>
                    <a:gs pos="100000">
                      <a:schemeClr val="accent4">
                        <a:lumMod val="60000"/>
                        <a:lumMod val="75000"/>
                      </a:schemeClr>
                    </a:gs>
                  </a:gsLst>
                  <a:lin ang="5400000" scaled="1"/>
                </a:gradFill>
              </a:ln>
              <a:effectLst>
                <a:outerShdw blurRad="76200" dist="25400" dir="2700000" algn="tl" rotWithShape="0">
                  <a:srgbClr val="000000">
                    <a:lumMod val="50000"/>
                    <a:alpha val="30000"/>
                  </a:srgbClr>
                </a:outerShdw>
              </a:effectLst>
            </c:spPr>
          </c:dPt>
          <c:dPt>
            <c:idx val="10"/>
            <c:bubble3D val="0"/>
            <c:spPr>
              <a:gradFill>
                <a:gsLst>
                  <a:gs pos="0">
                    <a:schemeClr val="accent5">
                      <a:lumMod val="60000"/>
                      <a:lumMod val="40000"/>
                      <a:lumOff val="60000"/>
                    </a:schemeClr>
                  </a:gs>
                  <a:gs pos="90000">
                    <a:schemeClr val="accent5">
                      <a:lumMod val="60000"/>
                    </a:schemeClr>
                  </a:gs>
                </a:gsLst>
                <a:lin ang="5400000" scaled="0"/>
              </a:gradFill>
              <a:ln>
                <a:gradFill>
                  <a:gsLst>
                    <a:gs pos="0">
                      <a:schemeClr val="accent5">
                        <a:lumMod val="60000"/>
                      </a:schemeClr>
                    </a:gs>
                    <a:gs pos="100000">
                      <a:schemeClr val="accent5">
                        <a:lumMod val="60000"/>
                        <a:lumMod val="75000"/>
                      </a:schemeClr>
                    </a:gs>
                  </a:gsLst>
                  <a:lin ang="5400000" scaled="1"/>
                </a:gradFill>
              </a:ln>
              <a:effectLst>
                <a:outerShdw blurRad="76200" dist="25400" dir="2700000" algn="tl" rotWithShape="0">
                  <a:srgbClr val="000000">
                    <a:lumMod val="50000"/>
                    <a:alpha val="30000"/>
                  </a:srgbClr>
                </a:outerShdw>
              </a:effectLst>
            </c:spPr>
          </c:dPt>
          <c:dPt>
            <c:idx val="11"/>
            <c:bubble3D val="0"/>
            <c:spPr>
              <a:gradFill>
                <a:gsLst>
                  <a:gs pos="0">
                    <a:schemeClr val="accent6">
                      <a:lumMod val="60000"/>
                      <a:lumMod val="40000"/>
                      <a:lumOff val="60000"/>
                    </a:schemeClr>
                  </a:gs>
                  <a:gs pos="90000">
                    <a:schemeClr val="accent6">
                      <a:lumMod val="60000"/>
                    </a:schemeClr>
                  </a:gs>
                </a:gsLst>
                <a:lin ang="5400000" scaled="0"/>
              </a:gradFill>
              <a:ln>
                <a:gradFill>
                  <a:gsLst>
                    <a:gs pos="0">
                      <a:schemeClr val="accent6">
                        <a:lumMod val="60000"/>
                      </a:schemeClr>
                    </a:gs>
                    <a:gs pos="100000">
                      <a:schemeClr val="accent6">
                        <a:lumMod val="60000"/>
                        <a:lumMod val="75000"/>
                      </a:schemeClr>
                    </a:gs>
                  </a:gsLst>
                  <a:lin ang="5400000" scaled="1"/>
                </a:gradFill>
              </a:ln>
              <a:effectLst>
                <a:outerShdw blurRad="76200" dist="25400" dir="2700000" algn="tl" rotWithShape="0">
                  <a:srgbClr val="000000">
                    <a:lumMod val="50000"/>
                    <a:alpha val="30000"/>
                  </a:srgbClr>
                </a:outerShdw>
              </a:effectLst>
            </c:spPr>
          </c:dPt>
          <c:dPt>
            <c:idx val="12"/>
            <c:bubble3D val="0"/>
            <c:spPr>
              <a:gradFill>
                <a:gsLst>
                  <a:gs pos="0">
                    <a:schemeClr val="accent1">
                      <a:lumMod val="80000"/>
                      <a:lumOff val="20000"/>
                      <a:lumMod val="40000"/>
                      <a:lumOff val="60000"/>
                    </a:schemeClr>
                  </a:gs>
                  <a:gs pos="90000">
                    <a:schemeClr val="accent1">
                      <a:lumMod val="80000"/>
                      <a:lumOff val="20000"/>
                    </a:schemeClr>
                  </a:gs>
                </a:gsLst>
                <a:lin ang="5400000" scaled="0"/>
              </a:gradFill>
              <a:ln>
                <a:gradFill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>
                        <a:lumMod val="80000"/>
                        <a:lumOff val="20000"/>
                        <a:lumMod val="75000"/>
                      </a:schemeClr>
                    </a:gs>
                  </a:gsLst>
                  <a:lin ang="5400000" scaled="1"/>
                </a:gradFill>
              </a:ln>
              <a:effectLst>
                <a:outerShdw blurRad="76200" dist="25400" dir="2700000" algn="tl" rotWithShape="0">
                  <a:srgbClr val="000000">
                    <a:lumMod val="50000"/>
                    <a:alpha val="30000"/>
                  </a:srgbClr>
                </a:outerShdw>
              </a:effectLst>
            </c:spPr>
          </c:dPt>
          <c:dPt>
            <c:idx val="13"/>
            <c:bubble3D val="0"/>
            <c:spPr>
              <a:gradFill>
                <a:gsLst>
                  <a:gs pos="0">
                    <a:schemeClr val="accent2">
                      <a:lumMod val="80000"/>
                      <a:lumOff val="20000"/>
                      <a:lumMod val="40000"/>
                      <a:lumOff val="60000"/>
                    </a:schemeClr>
                  </a:gs>
                  <a:gs pos="90000">
                    <a:schemeClr val="accent2">
                      <a:lumMod val="80000"/>
                      <a:lumOff val="20000"/>
                    </a:schemeClr>
                  </a:gs>
                </a:gsLst>
                <a:lin ang="5400000" scaled="0"/>
              </a:gradFill>
              <a:ln>
                <a:gradFill>
                  <a:gsLst>
                    <a:gs pos="0">
                      <a:schemeClr val="accent2">
                        <a:lumMod val="80000"/>
                        <a:lumOff val="20000"/>
                      </a:schemeClr>
                    </a:gs>
                    <a:gs pos="100000">
                      <a:schemeClr val="accent2">
                        <a:lumMod val="80000"/>
                        <a:lumOff val="20000"/>
                        <a:lumMod val="75000"/>
                      </a:schemeClr>
                    </a:gs>
                  </a:gsLst>
                  <a:lin ang="5400000" scaled="1"/>
                </a:gradFill>
              </a:ln>
              <a:effectLst>
                <a:outerShdw blurRad="76200" dist="25400" dir="2700000" algn="tl" rotWithShape="0">
                  <a:srgbClr val="000000">
                    <a:lumMod val="50000"/>
                    <a:alpha val="30000"/>
                  </a:srgbClr>
                </a:outerShdw>
              </a:effectLst>
            </c:spPr>
          </c:dPt>
          <c:dPt>
            <c:idx val="14"/>
            <c:bubble3D val="0"/>
            <c:spPr>
              <a:gradFill>
                <a:gsLst>
                  <a:gs pos="0">
                    <a:schemeClr val="accent3">
                      <a:lumMod val="80000"/>
                      <a:lumOff val="20000"/>
                      <a:lumMod val="40000"/>
                      <a:lumOff val="60000"/>
                    </a:schemeClr>
                  </a:gs>
                  <a:gs pos="90000">
                    <a:schemeClr val="accent3">
                      <a:lumMod val="80000"/>
                      <a:lumOff val="20000"/>
                    </a:schemeClr>
                  </a:gs>
                </a:gsLst>
                <a:lin ang="5400000" scaled="0"/>
              </a:gradFill>
              <a:ln>
                <a:gradFill>
                  <a:gsLst>
                    <a:gs pos="0">
                      <a:schemeClr val="accent3">
                        <a:lumMod val="80000"/>
                        <a:lumOff val="20000"/>
                      </a:schemeClr>
                    </a:gs>
                    <a:gs pos="100000">
                      <a:schemeClr val="accent3">
                        <a:lumMod val="80000"/>
                        <a:lumOff val="20000"/>
                        <a:lumMod val="75000"/>
                      </a:schemeClr>
                    </a:gs>
                  </a:gsLst>
                  <a:lin ang="5400000" scaled="1"/>
                </a:gradFill>
              </a:ln>
              <a:effectLst>
                <a:outerShdw blurRad="76200" dist="25400" dir="2700000" algn="tl" rotWithShape="0">
                  <a:srgbClr val="000000">
                    <a:lumMod val="50000"/>
                    <a:alpha val="30000"/>
                  </a:srgbClr>
                </a:outerShdw>
              </a:effectLst>
            </c:spPr>
          </c:dPt>
          <c:dPt>
            <c:idx val="15"/>
            <c:bubble3D val="0"/>
            <c:spPr>
              <a:gradFill>
                <a:gsLst>
                  <a:gs pos="0">
                    <a:schemeClr val="accent4">
                      <a:lumMod val="80000"/>
                      <a:lumOff val="20000"/>
                      <a:lumMod val="40000"/>
                      <a:lumOff val="60000"/>
                    </a:schemeClr>
                  </a:gs>
                  <a:gs pos="90000">
                    <a:schemeClr val="accent4">
                      <a:lumMod val="80000"/>
                      <a:lumOff val="20000"/>
                    </a:schemeClr>
                  </a:gs>
                </a:gsLst>
                <a:lin ang="5400000" scaled="0"/>
              </a:gradFill>
              <a:ln>
                <a:gradFill>
                  <a:gsLst>
                    <a:gs pos="0">
                      <a:schemeClr val="accent4">
                        <a:lumMod val="80000"/>
                        <a:lumOff val="20000"/>
                      </a:schemeClr>
                    </a:gs>
                    <a:gs pos="100000">
                      <a:schemeClr val="accent4">
                        <a:lumMod val="80000"/>
                        <a:lumOff val="20000"/>
                        <a:lumMod val="75000"/>
                      </a:schemeClr>
                    </a:gs>
                  </a:gsLst>
                  <a:lin ang="5400000" scaled="1"/>
                </a:gradFill>
              </a:ln>
              <a:effectLst>
                <a:outerShdw blurRad="76200" dist="25400" dir="2700000" algn="tl" rotWithShape="0">
                  <a:srgbClr val="000000">
                    <a:lumMod val="50000"/>
                    <a:alpha val="30000"/>
                  </a:srgbClr>
                </a:outerShdw>
              </a:effectLst>
            </c:spPr>
          </c:dPt>
          <c:dPt>
            <c:idx val="16"/>
            <c:bubble3D val="0"/>
            <c:spPr>
              <a:gradFill>
                <a:gsLst>
                  <a:gs pos="0">
                    <a:schemeClr val="accent5">
                      <a:lumMod val="80000"/>
                      <a:lumOff val="20000"/>
                      <a:lumMod val="40000"/>
                      <a:lumOff val="60000"/>
                    </a:schemeClr>
                  </a:gs>
                  <a:gs pos="90000">
                    <a:schemeClr val="accent5">
                      <a:lumMod val="80000"/>
                      <a:lumOff val="20000"/>
                    </a:schemeClr>
                  </a:gs>
                </a:gsLst>
                <a:lin ang="5400000" scaled="0"/>
              </a:gradFill>
              <a:ln>
                <a:gradFill>
                  <a:gsLst>
                    <a:gs pos="0">
                      <a:schemeClr val="accent5">
                        <a:lumMod val="80000"/>
                        <a:lumOff val="20000"/>
                      </a:schemeClr>
                    </a:gs>
                    <a:gs pos="100000">
                      <a:schemeClr val="accent5">
                        <a:lumMod val="80000"/>
                        <a:lumOff val="20000"/>
                        <a:lumMod val="75000"/>
                      </a:schemeClr>
                    </a:gs>
                  </a:gsLst>
                  <a:lin ang="5400000" scaled="1"/>
                </a:gradFill>
              </a:ln>
              <a:effectLst>
                <a:outerShdw blurRad="76200" dist="25400" dir="2700000" algn="tl" rotWithShape="0">
                  <a:srgbClr val="000000">
                    <a:lumMod val="50000"/>
                    <a:alpha val="30000"/>
                  </a:srgbClr>
                </a:outerShdw>
              </a:effectLst>
            </c:spPr>
          </c:dPt>
          <c:dPt>
            <c:idx val="17"/>
            <c:bubble3D val="0"/>
            <c:spPr>
              <a:gradFill>
                <a:gsLst>
                  <a:gs pos="0">
                    <a:schemeClr val="accent6">
                      <a:lumMod val="80000"/>
                      <a:lumOff val="20000"/>
                      <a:lumMod val="40000"/>
                      <a:lumOff val="60000"/>
                    </a:schemeClr>
                  </a:gs>
                  <a:gs pos="90000">
                    <a:schemeClr val="accent6">
                      <a:lumMod val="80000"/>
                      <a:lumOff val="20000"/>
                    </a:schemeClr>
                  </a:gs>
                </a:gsLst>
                <a:lin ang="5400000" scaled="0"/>
              </a:gradFill>
              <a:ln>
                <a:gradFill>
                  <a:gsLst>
                    <a:gs pos="0">
                      <a:schemeClr val="accent6">
                        <a:lumMod val="80000"/>
                        <a:lumOff val="20000"/>
                      </a:schemeClr>
                    </a:gs>
                    <a:gs pos="100000">
                      <a:schemeClr val="accent6">
                        <a:lumMod val="80000"/>
                        <a:lumOff val="20000"/>
                        <a:lumMod val="75000"/>
                      </a:schemeClr>
                    </a:gs>
                  </a:gsLst>
                  <a:lin ang="5400000" scaled="1"/>
                </a:gradFill>
              </a:ln>
              <a:effectLst>
                <a:outerShdw blurRad="76200" dist="25400" dir="2700000" algn="tl" rotWithShape="0">
                  <a:srgbClr val="000000">
                    <a:lumMod val="50000"/>
                    <a:alpha val="30000"/>
                  </a:srgbClr>
                </a:outerShdw>
              </a:effectLst>
            </c:spPr>
          </c:dPt>
          <c:dPt>
            <c:idx val="18"/>
            <c:bubble3D val="0"/>
            <c:spPr>
              <a:gradFill>
                <a:gsLst>
                  <a:gs pos="0">
                    <a:schemeClr val="accent1">
                      <a:lumMod val="80000"/>
                      <a:lumMod val="40000"/>
                      <a:lumOff val="60000"/>
                    </a:schemeClr>
                  </a:gs>
                  <a:gs pos="90000">
                    <a:schemeClr val="accent1">
                      <a:lumMod val="80000"/>
                    </a:schemeClr>
                  </a:gs>
                </a:gsLst>
                <a:lin ang="5400000" scaled="0"/>
              </a:gradFill>
              <a:ln>
                <a:gradFill>
                  <a:gsLst>
                    <a:gs pos="0">
                      <a:schemeClr val="accent1">
                        <a:lumMod val="80000"/>
                      </a:schemeClr>
                    </a:gs>
                    <a:gs pos="100000">
                      <a:schemeClr val="accent1">
                        <a:lumMod val="80000"/>
                        <a:lumMod val="75000"/>
                      </a:schemeClr>
                    </a:gs>
                  </a:gsLst>
                  <a:lin ang="5400000" scaled="1"/>
                </a:gradFill>
              </a:ln>
              <a:effectLst>
                <a:outerShdw blurRad="76200" dist="25400" dir="2700000" algn="tl" rotWithShape="0">
                  <a:srgbClr val="000000">
                    <a:lumMod val="50000"/>
                    <a:alpha val="30000"/>
                  </a:srgbClr>
                </a:outerShdw>
              </a:effectLst>
            </c:spPr>
          </c:dPt>
          <c:dPt>
            <c:idx val="19"/>
            <c:bubble3D val="0"/>
            <c:spPr>
              <a:gradFill>
                <a:gsLst>
                  <a:gs pos="0">
                    <a:schemeClr val="accent2">
                      <a:lumMod val="80000"/>
                      <a:lumMod val="40000"/>
                      <a:lumOff val="60000"/>
                    </a:schemeClr>
                  </a:gs>
                  <a:gs pos="90000">
                    <a:schemeClr val="accent2">
                      <a:lumMod val="80000"/>
                    </a:schemeClr>
                  </a:gs>
                </a:gsLst>
                <a:lin ang="5400000" scaled="0"/>
              </a:gradFill>
              <a:ln>
                <a:gradFill>
                  <a:gsLst>
                    <a:gs pos="0">
                      <a:schemeClr val="accent2">
                        <a:lumMod val="80000"/>
                      </a:schemeClr>
                    </a:gs>
                    <a:gs pos="100000">
                      <a:schemeClr val="accent2">
                        <a:lumMod val="80000"/>
                        <a:lumMod val="75000"/>
                      </a:schemeClr>
                    </a:gs>
                  </a:gsLst>
                  <a:lin ang="5400000" scaled="1"/>
                </a:gradFill>
              </a:ln>
              <a:effectLst>
                <a:outerShdw blurRad="76200" dist="25400" dir="2700000" algn="tl" rotWithShape="0">
                  <a:srgbClr val="000000">
                    <a:lumMod val="50000"/>
                    <a:alpha val="30000"/>
                  </a:srgbClr>
                </a:outerShdw>
              </a:effectLst>
            </c:spPr>
          </c:dPt>
          <c:dPt>
            <c:idx val="20"/>
            <c:bubble3D val="0"/>
            <c:spPr>
              <a:gradFill>
                <a:gsLst>
                  <a:gs pos="0">
                    <a:schemeClr val="accent3">
                      <a:lumMod val="80000"/>
                      <a:lumMod val="40000"/>
                      <a:lumOff val="60000"/>
                    </a:schemeClr>
                  </a:gs>
                  <a:gs pos="90000">
                    <a:schemeClr val="accent3">
                      <a:lumMod val="80000"/>
                    </a:schemeClr>
                  </a:gs>
                </a:gsLst>
                <a:lin ang="5400000" scaled="0"/>
              </a:gradFill>
              <a:ln>
                <a:gradFill>
                  <a:gsLst>
                    <a:gs pos="0">
                      <a:schemeClr val="accent3">
                        <a:lumMod val="80000"/>
                      </a:schemeClr>
                    </a:gs>
                    <a:gs pos="100000">
                      <a:schemeClr val="accent3">
                        <a:lumMod val="80000"/>
                        <a:lumMod val="75000"/>
                      </a:schemeClr>
                    </a:gs>
                  </a:gsLst>
                  <a:lin ang="5400000" scaled="1"/>
                </a:gradFill>
              </a:ln>
              <a:effectLst>
                <a:outerShdw blurRad="76200" dist="25400" dir="2700000" algn="tl" rotWithShape="0">
                  <a:srgbClr val="000000">
                    <a:lumMod val="50000"/>
                    <a:alpha val="30000"/>
                  </a:srgbClr>
                </a:outerShdw>
              </a:effectLst>
            </c:spPr>
          </c:dPt>
          <c:dPt>
            <c:idx val="21"/>
            <c:bubble3D val="0"/>
            <c:spPr>
              <a:gradFill>
                <a:gsLst>
                  <a:gs pos="0">
                    <a:schemeClr val="accent4">
                      <a:lumMod val="80000"/>
                      <a:lumMod val="40000"/>
                      <a:lumOff val="60000"/>
                    </a:schemeClr>
                  </a:gs>
                  <a:gs pos="90000">
                    <a:schemeClr val="accent4">
                      <a:lumMod val="80000"/>
                    </a:schemeClr>
                  </a:gs>
                </a:gsLst>
                <a:lin ang="5400000" scaled="0"/>
              </a:gradFill>
              <a:ln>
                <a:gradFill>
                  <a:gsLst>
                    <a:gs pos="0">
                      <a:schemeClr val="accent4">
                        <a:lumMod val="80000"/>
                      </a:schemeClr>
                    </a:gs>
                    <a:gs pos="100000">
                      <a:schemeClr val="accent4">
                        <a:lumMod val="80000"/>
                        <a:lumMod val="75000"/>
                      </a:schemeClr>
                    </a:gs>
                  </a:gsLst>
                  <a:lin ang="5400000" scaled="1"/>
                </a:gradFill>
              </a:ln>
              <a:effectLst>
                <a:outerShdw blurRad="76200" dist="25400" dir="2700000" algn="tl" rotWithShape="0">
                  <a:srgbClr val="000000">
                    <a:lumMod val="50000"/>
                    <a:alpha val="30000"/>
                  </a:srgbClr>
                </a:outerShdw>
              </a:effectLst>
            </c:spPr>
          </c:dPt>
          <c:dPt>
            <c:idx val="22"/>
            <c:bubble3D val="0"/>
            <c:spPr>
              <a:gradFill>
                <a:gsLst>
                  <a:gs pos="0">
                    <a:schemeClr val="accent5">
                      <a:lumMod val="80000"/>
                      <a:lumMod val="40000"/>
                      <a:lumOff val="60000"/>
                    </a:schemeClr>
                  </a:gs>
                  <a:gs pos="90000">
                    <a:schemeClr val="accent5">
                      <a:lumMod val="80000"/>
                    </a:schemeClr>
                  </a:gs>
                </a:gsLst>
                <a:lin ang="5400000" scaled="0"/>
              </a:gradFill>
              <a:ln>
                <a:gradFill>
                  <a:gsLst>
                    <a:gs pos="0">
                      <a:schemeClr val="accent5">
                        <a:lumMod val="80000"/>
                      </a:schemeClr>
                    </a:gs>
                    <a:gs pos="100000">
                      <a:schemeClr val="accent5">
                        <a:lumMod val="80000"/>
                        <a:lumMod val="75000"/>
                      </a:schemeClr>
                    </a:gs>
                  </a:gsLst>
                  <a:lin ang="5400000" scaled="1"/>
                </a:gradFill>
              </a:ln>
              <a:effectLst>
                <a:outerShdw blurRad="76200" dist="25400" dir="2700000" algn="tl" rotWithShape="0">
                  <a:srgbClr val="000000">
                    <a:lumMod val="50000"/>
                    <a:alpha val="30000"/>
                  </a:srgbClr>
                </a:outerShdw>
              </a:effectLst>
            </c:spPr>
          </c:dPt>
          <c:dPt>
            <c:idx val="23"/>
            <c:bubble3D val="0"/>
            <c:spPr>
              <a:gradFill>
                <a:gsLst>
                  <a:gs pos="0">
                    <a:schemeClr val="accent6">
                      <a:lumMod val="80000"/>
                      <a:lumMod val="40000"/>
                      <a:lumOff val="60000"/>
                    </a:schemeClr>
                  </a:gs>
                  <a:gs pos="90000">
                    <a:schemeClr val="accent6">
                      <a:lumMod val="80000"/>
                    </a:schemeClr>
                  </a:gs>
                </a:gsLst>
                <a:lin ang="5400000" scaled="0"/>
              </a:gradFill>
              <a:ln>
                <a:gradFill>
                  <a:gsLst>
                    <a:gs pos="0">
                      <a:schemeClr val="accent6">
                        <a:lumMod val="80000"/>
                      </a:schemeClr>
                    </a:gs>
                    <a:gs pos="100000">
                      <a:schemeClr val="accent6">
                        <a:lumMod val="80000"/>
                        <a:lumMod val="75000"/>
                      </a:schemeClr>
                    </a:gs>
                  </a:gsLst>
                  <a:lin ang="5400000" scaled="1"/>
                </a:gradFill>
              </a:ln>
              <a:effectLst>
                <a:outerShdw blurRad="76200" dist="25400" dir="2700000" algn="tl" rotWithShape="0">
                  <a:srgbClr val="000000">
                    <a:lumMod val="50000"/>
                    <a:alpha val="30000"/>
                  </a:srgbClr>
                </a:outerShdw>
              </a:effectLst>
            </c:spPr>
          </c:dPt>
          <c:dPt>
            <c:idx val="24"/>
            <c:bubble3D val="0"/>
            <c:spPr>
              <a:gradFill>
                <a:gsLst>
                  <a:gs pos="0">
                    <a:schemeClr val="accent1">
                      <a:lumMod val="60000"/>
                      <a:lumOff val="40000"/>
                      <a:lumMod val="40000"/>
                      <a:lumOff val="60000"/>
                    </a:schemeClr>
                  </a:gs>
                  <a:gs pos="90000">
                    <a:schemeClr val="accent1">
                      <a:lumMod val="60000"/>
                      <a:lumOff val="40000"/>
                    </a:schemeClr>
                  </a:gs>
                </a:gsLst>
                <a:lin ang="5400000" scaled="0"/>
              </a:gradFill>
              <a:ln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lumMod val="75000"/>
                      </a:schemeClr>
                    </a:gs>
                  </a:gsLst>
                  <a:lin ang="5400000" scaled="1"/>
                </a:gradFill>
              </a:ln>
              <a:effectLst>
                <a:outerShdw blurRad="76200" dist="25400" dir="2700000" algn="tl" rotWithShape="0">
                  <a:srgbClr val="000000">
                    <a:lumMod val="50000"/>
                    <a:alpha val="30000"/>
                  </a:srgbClr>
                </a:outerShdw>
              </a:effectLst>
            </c:spPr>
          </c:dPt>
          <c:dPt>
            <c:idx val="25"/>
            <c:bubble3D val="0"/>
            <c:spPr>
              <a:gradFill>
                <a:gsLst>
                  <a:gs pos="0">
                    <a:schemeClr val="accent2">
                      <a:lumMod val="60000"/>
                      <a:lumOff val="40000"/>
                      <a:lumMod val="40000"/>
                      <a:lumOff val="60000"/>
                    </a:schemeClr>
                  </a:gs>
                  <a:gs pos="90000">
                    <a:schemeClr val="accent2">
                      <a:lumMod val="60000"/>
                      <a:lumOff val="40000"/>
                    </a:schemeClr>
                  </a:gs>
                </a:gsLst>
                <a:lin ang="5400000" scaled="0"/>
              </a:gradFill>
              <a:ln>
                <a:gradFill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60000"/>
                        <a:lumOff val="40000"/>
                        <a:lumMod val="75000"/>
                      </a:schemeClr>
                    </a:gs>
                  </a:gsLst>
                  <a:lin ang="5400000" scaled="1"/>
                </a:gradFill>
              </a:ln>
              <a:effectLst>
                <a:outerShdw blurRad="76200" dist="25400" dir="2700000" algn="tl" rotWithShape="0">
                  <a:srgbClr val="000000">
                    <a:lumMod val="50000"/>
                    <a:alpha val="30000"/>
                  </a:srgbClr>
                </a:outerShdw>
              </a:effectLst>
            </c:spPr>
          </c:dPt>
          <c:dPt>
            <c:idx val="26"/>
            <c:bubble3D val="0"/>
            <c:spPr>
              <a:gradFill>
                <a:gsLst>
                  <a:gs pos="0">
                    <a:schemeClr val="accent3">
                      <a:lumMod val="60000"/>
                      <a:lumOff val="40000"/>
                      <a:lumMod val="40000"/>
                      <a:lumOff val="60000"/>
                    </a:schemeClr>
                  </a:gs>
                  <a:gs pos="90000">
                    <a:schemeClr val="accent3">
                      <a:lumMod val="60000"/>
                      <a:lumOff val="40000"/>
                    </a:schemeClr>
                  </a:gs>
                </a:gsLst>
                <a:lin ang="5400000" scaled="0"/>
              </a:gradFill>
              <a:ln>
                <a:gradFill>
                  <a:gsLst>
                    <a:gs pos="0">
                      <a:schemeClr val="accent3">
                        <a:lumMod val="60000"/>
                        <a:lumOff val="40000"/>
                      </a:schemeClr>
                    </a:gs>
                    <a:gs pos="100000">
                      <a:schemeClr val="accent3">
                        <a:lumMod val="60000"/>
                        <a:lumOff val="40000"/>
                        <a:lumMod val="75000"/>
                      </a:schemeClr>
                    </a:gs>
                  </a:gsLst>
                  <a:lin ang="5400000" scaled="1"/>
                </a:gradFill>
              </a:ln>
              <a:effectLst>
                <a:outerShdw blurRad="76200" dist="25400" dir="2700000" algn="tl" rotWithShape="0">
                  <a:srgbClr val="000000">
                    <a:lumMod val="50000"/>
                    <a:alpha val="30000"/>
                  </a:srgbClr>
                </a:outerShdw>
              </a:effectLst>
            </c:spPr>
          </c:dPt>
          <c:dPt>
            <c:idx val="27"/>
            <c:bubble3D val="0"/>
            <c:spPr>
              <a:gradFill>
                <a:gsLst>
                  <a:gs pos="0">
                    <a:schemeClr val="accent4">
                      <a:lumMod val="60000"/>
                      <a:lumOff val="40000"/>
                      <a:lumMod val="40000"/>
                      <a:lumOff val="60000"/>
                    </a:schemeClr>
                  </a:gs>
                  <a:gs pos="90000">
                    <a:schemeClr val="accent4">
                      <a:lumMod val="60000"/>
                      <a:lumOff val="40000"/>
                    </a:schemeClr>
                  </a:gs>
                </a:gsLst>
                <a:lin ang="5400000" scaled="0"/>
              </a:gradFill>
              <a:ln>
                <a:gradFill>
                  <a:gsLst>
                    <a:gs pos="0">
                      <a:schemeClr val="accent4">
                        <a:lumMod val="60000"/>
                        <a:lumOff val="40000"/>
                      </a:schemeClr>
                    </a:gs>
                    <a:gs pos="100000">
                      <a:schemeClr val="accent4">
                        <a:lumMod val="60000"/>
                        <a:lumOff val="40000"/>
                        <a:lumMod val="75000"/>
                      </a:schemeClr>
                    </a:gs>
                  </a:gsLst>
                  <a:lin ang="5400000" scaled="1"/>
                </a:gradFill>
              </a:ln>
              <a:effectLst>
                <a:outerShdw blurRad="76200" dist="25400" dir="2700000" algn="tl" rotWithShape="0">
                  <a:srgbClr val="000000">
                    <a:lumMod val="50000"/>
                    <a:alpha val="30000"/>
                  </a:srgbClr>
                </a:outerShdw>
              </a:effectLst>
            </c:spPr>
          </c:dPt>
          <c:dPt>
            <c:idx val="28"/>
            <c:bubble3D val="0"/>
            <c:spPr>
              <a:gradFill>
                <a:gsLst>
                  <a:gs pos="0">
                    <a:schemeClr val="accent5">
                      <a:lumMod val="60000"/>
                      <a:lumOff val="40000"/>
                      <a:lumMod val="40000"/>
                      <a:lumOff val="60000"/>
                    </a:schemeClr>
                  </a:gs>
                  <a:gs pos="90000">
                    <a:schemeClr val="accent5">
                      <a:lumMod val="60000"/>
                      <a:lumOff val="40000"/>
                    </a:schemeClr>
                  </a:gs>
                </a:gsLst>
                <a:lin ang="5400000" scaled="0"/>
              </a:gradFill>
              <a:ln>
                <a:gradFill>
                  <a:gsLst>
                    <a:gs pos="0">
                      <a:schemeClr val="accent5">
                        <a:lumMod val="60000"/>
                        <a:lumOff val="40000"/>
                      </a:schemeClr>
                    </a:gs>
                    <a:gs pos="100000">
                      <a:schemeClr val="accent5">
                        <a:lumMod val="60000"/>
                        <a:lumOff val="40000"/>
                        <a:lumMod val="75000"/>
                      </a:schemeClr>
                    </a:gs>
                  </a:gsLst>
                  <a:lin ang="5400000" scaled="1"/>
                </a:gradFill>
              </a:ln>
              <a:effectLst>
                <a:outerShdw blurRad="76200" dist="25400" dir="2700000" algn="tl" rotWithShape="0">
                  <a:srgbClr val="000000">
                    <a:lumMod val="50000"/>
                    <a:alpha val="30000"/>
                  </a:srgbClr>
                </a:outerShdw>
              </a:effectLst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'[AICT Mid Term Project (2).xlsx]Form Responses 1'!$I$4:$I$32</c:f>
              <c:numCache>
                <c:formatCode>General</c:formatCode>
                <c:ptCount val="29"/>
                <c:pt idx="0">
                  <c:v>5</c:v>
                </c:pt>
                <c:pt idx="1">
                  <c:v>2</c:v>
                </c:pt>
                <c:pt idx="2">
                  <c:v>4</c:v>
                </c:pt>
                <c:pt idx="3">
                  <c:v>2</c:v>
                </c:pt>
                <c:pt idx="4">
                  <c:v>4</c:v>
                </c:pt>
                <c:pt idx="5">
                  <c:v>4</c:v>
                </c:pt>
                <c:pt idx="6">
                  <c:v>3</c:v>
                </c:pt>
                <c:pt idx="7">
                  <c:v>2</c:v>
                </c:pt>
                <c:pt idx="8">
                  <c:v>1</c:v>
                </c:pt>
                <c:pt idx="9">
                  <c:v>2</c:v>
                </c:pt>
                <c:pt idx="10">
                  <c:v>2</c:v>
                </c:pt>
                <c:pt idx="11">
                  <c:v>2</c:v>
                </c:pt>
                <c:pt idx="12">
                  <c:v>2</c:v>
                </c:pt>
                <c:pt idx="13">
                  <c:v>5</c:v>
                </c:pt>
                <c:pt idx="14">
                  <c:v>3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4</c:v>
                </c:pt>
                <c:pt idx="19">
                  <c:v>2</c:v>
                </c:pt>
                <c:pt idx="20">
                  <c:v>1</c:v>
                </c:pt>
                <c:pt idx="21">
                  <c:v>4</c:v>
                </c:pt>
                <c:pt idx="22">
                  <c:v>5</c:v>
                </c:pt>
                <c:pt idx="23">
                  <c:v>1</c:v>
                </c:pt>
                <c:pt idx="24">
                  <c:v>3</c:v>
                </c:pt>
                <c:pt idx="25">
                  <c:v>1</c:v>
                </c:pt>
                <c:pt idx="26">
                  <c:v>3</c:v>
                </c:pt>
                <c:pt idx="27">
                  <c:v>3</c:v>
                </c:pt>
                <c:pt idx="28">
                  <c:v>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1"/>
          <c:showBubbleSize val="0"/>
        </c:dLbls>
      </c:pie3DChart>
      <c:spPr>
        <a:noFill/>
        <a:ln>
          <a:noFill/>
        </a:ln>
        <a:effectLst/>
      </c:spPr>
    </c:plotArea>
    <c:legend>
      <c:legendPos val="t"/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52cb0449-0ff8-4234-882f-b769960c842e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0.116013779527559"/>
          <c:y val="0.0277777777777778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1400" b="1" i="0" u="none" strike="noStrike" kern="1200" baseline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</a:p>
      </c:txPr>
    </c:title>
    <c:autoTitleDeleted val="0"/>
    <c:plotArea>
      <c:layout>
        <c:manualLayout>
          <c:layoutTarget val="inner"/>
          <c:xMode val="edge"/>
          <c:yMode val="edge"/>
          <c:x val="0.063572399753799"/>
          <c:y val="0.230856770223405"/>
          <c:w val="0.914392481282667"/>
          <c:h val="0.700612671063424"/>
        </c:manualLayout>
      </c:layout>
      <c:areaChart>
        <c:grouping val="stacked"/>
        <c:varyColors val="0"/>
        <c:ser>
          <c:idx val="0"/>
          <c:order val="0"/>
          <c:tx>
            <c:strRef>
              <c:f>'[AICT Mid Term Project (2).xlsx]Form Responses 1'!$O$3</c:f>
              <c:strCache>
                <c:ptCount val="1"/>
                <c:pt idx="0">
                  <c:v>  On a scale of 1–5, how much do you think sound enhances your overall gaming experience?  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dLbls>
            <c:delete val="1"/>
          </c:dLbls>
          <c:val>
            <c:numRef>
              <c:f>'[AICT Mid Term Project (2).xlsx]Form Responses 1'!$O$4:$O$32</c:f>
              <c:numCache>
                <c:formatCode>General</c:formatCode>
                <c:ptCount val="29"/>
                <c:pt idx="0">
                  <c:v>5</c:v>
                </c:pt>
                <c:pt idx="1">
                  <c:v>3</c:v>
                </c:pt>
                <c:pt idx="2">
                  <c:v>4</c:v>
                </c:pt>
                <c:pt idx="3">
                  <c:v>1</c:v>
                </c:pt>
                <c:pt idx="4">
                  <c:v>5</c:v>
                </c:pt>
                <c:pt idx="5">
                  <c:v>5</c:v>
                </c:pt>
                <c:pt idx="6">
                  <c:v>3</c:v>
                </c:pt>
                <c:pt idx="7">
                  <c:v>5</c:v>
                </c:pt>
                <c:pt idx="8">
                  <c:v>1</c:v>
                </c:pt>
                <c:pt idx="9">
                  <c:v>5</c:v>
                </c:pt>
                <c:pt idx="10">
                  <c:v>1</c:v>
                </c:pt>
                <c:pt idx="11">
                  <c:v>1</c:v>
                </c:pt>
                <c:pt idx="12">
                  <c:v>4</c:v>
                </c:pt>
                <c:pt idx="13">
                  <c:v>5</c:v>
                </c:pt>
                <c:pt idx="14">
                  <c:v>3</c:v>
                </c:pt>
                <c:pt idx="15">
                  <c:v>1</c:v>
                </c:pt>
                <c:pt idx="16">
                  <c:v>5</c:v>
                </c:pt>
                <c:pt idx="18">
                  <c:v>4</c:v>
                </c:pt>
                <c:pt idx="20">
                  <c:v>4</c:v>
                </c:pt>
                <c:pt idx="21">
                  <c:v>5</c:v>
                </c:pt>
                <c:pt idx="22">
                  <c:v>3</c:v>
                </c:pt>
                <c:pt idx="23">
                  <c:v>5</c:v>
                </c:pt>
                <c:pt idx="24">
                  <c:v>2</c:v>
                </c:pt>
                <c:pt idx="25">
                  <c:v>5</c:v>
                </c:pt>
                <c:pt idx="26">
                  <c:v>3</c:v>
                </c:pt>
                <c:pt idx="27">
                  <c:v>5</c:v>
                </c:pt>
                <c:pt idx="28">
                  <c:v>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43875583"/>
        <c:axId val="143877503"/>
      </c:areaChart>
      <c:catAx>
        <c:axId val="143875583"/>
        <c:scaling>
          <c:orientation val="minMax"/>
        </c:scaling>
        <c:delete val="0"/>
        <c:axPos val="b"/>
        <c:title>
          <c:layout/>
          <c:overlay val="0"/>
          <c:spPr>
            <a:noFill/>
            <a:ln>
              <a:noFill/>
            </a:ln>
            <a:effectLst/>
          </c:spPr>
          <c:txPr>
            <a:bodyPr rot="0" spcFirstLastPara="0" vertOverflow="ellipsis" vert="horz" wrap="square" anchor="ctr" anchorCtr="1"/>
            <a:lstStyle/>
            <a:p>
              <a:pPr>
                <a:defRPr lang="en-US"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</a:p>
          </c:txPr>
        </c:title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43877503"/>
        <c:crosses val="autoZero"/>
        <c:auto val="1"/>
        <c:lblAlgn val="ctr"/>
        <c:lblOffset val="100"/>
        <c:noMultiLvlLbl val="0"/>
      </c:catAx>
      <c:valAx>
        <c:axId val="1438775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title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0" vertOverflow="ellipsis" vert="horz" wrap="square" anchor="ctr" anchorCtr="1"/>
            <a:lstStyle/>
            <a:p>
              <a:pPr>
                <a:defRPr lang="en-US"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43875583"/>
        <c:crosses val="autoZero"/>
        <c:crossBetween val="midCat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dTable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zero"/>
    <c:showDLblsOverMax val="0"/>
    <c:extLst>
      <c:ext uri="{0b15fc19-7d7d-44ad-8c2d-2c3a37ce22c3}">
        <chartProps xmlns="https://web.wps.cn/et/2018/main" chartId="{e5ca7894-0a28-4eea-8802-11ba97f913d9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094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>
      <cs:styleClr val="auto"/>
    </cs:effectRef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>
              <a:lumMod val="40000"/>
              <a:lumOff val="60000"/>
            </a:schemeClr>
          </a:gs>
          <a:gs pos="90000">
            <a:schemeClr val="phClr"/>
          </a:gs>
        </a:gsLst>
        <a:lin ang="5400000" scaled="0"/>
      </a:gradFill>
      <a:ln>
        <a:gradFill>
          <a:gsLst>
            <a:gs pos="0">
              <a:schemeClr val="phClr"/>
            </a:gs>
            <a:gs pos="100000">
              <a:schemeClr val="phClr">
                <a:lumMod val="75000"/>
              </a:schemeClr>
            </a:gs>
          </a:gsLst>
          <a:lin ang="5400000" scaled="1"/>
        </a:gradFill>
      </a:ln>
      <a:effectLst>
        <a:outerShdw blurRad="76200" dist="25400" dir="2700000" algn="tl" rotWithShape="0">
          <a:schemeClr val="phClr">
            <a:lumMod val="50000"/>
            <a:alpha val="30000"/>
          </a:scheme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10154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1FB44-0A56-4137-BD40-38702B67728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162CC-5513-45E4-97FB-D1D9B5CC3EA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1FB44-0A56-4137-BD40-38702B67728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162CC-5513-45E4-97FB-D1D9B5CC3EA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1FB44-0A56-4137-BD40-38702B67728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162CC-5513-45E4-97FB-D1D9B5CC3EA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1FB44-0A56-4137-BD40-38702B67728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162CC-5513-45E4-97FB-D1D9B5CC3EA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1FB44-0A56-4137-BD40-38702B67728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162CC-5513-45E4-97FB-D1D9B5CC3EA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1FB44-0A56-4137-BD40-38702B67728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162CC-5513-45E4-97FB-D1D9B5CC3EA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1FB44-0A56-4137-BD40-38702B67728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162CC-5513-45E4-97FB-D1D9B5CC3EA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1FB44-0A56-4137-BD40-38702B67728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162CC-5513-45E4-97FB-D1D9B5CC3EA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1FB44-0A56-4137-BD40-38702B67728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162CC-5513-45E4-97FB-D1D9B5CC3EA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1FB44-0A56-4137-BD40-38702B67728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162CC-5513-45E4-97FB-D1D9B5CC3EA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1FB44-0A56-4137-BD40-38702B67728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162CC-5513-45E4-97FB-D1D9B5CC3EA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1FB44-0A56-4137-BD40-38702B67728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162CC-5513-45E4-97FB-D1D9B5CC3EA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1FB44-0A56-4137-BD40-38702B67728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162CC-5513-45E4-97FB-D1D9B5CC3EA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1FB44-0A56-4137-BD40-38702B67728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162CC-5513-45E4-97FB-D1D9B5CC3EA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1FB44-0A56-4137-BD40-38702B67728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162CC-5513-45E4-97FB-D1D9B5CC3EA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1FB44-0A56-4137-BD40-38702B67728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162CC-5513-45E4-97FB-D1D9B5CC3EA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1FB44-0A56-4137-BD40-38702B67728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162CC-5513-45E4-97FB-D1D9B5CC3EA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1FB44-0A56-4137-BD40-38702B67728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162CC-5513-45E4-97FB-D1D9B5CC3EA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1FB44-0A56-4137-BD40-38702B67728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162CC-5513-45E4-97FB-D1D9B5CC3EA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1FB44-0A56-4137-BD40-38702B67728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162CC-5513-45E4-97FB-D1D9B5CC3EA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1FB44-0A56-4137-BD40-38702B67728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162CC-5513-45E4-97FB-D1D9B5CC3EA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1FB44-0A56-4137-BD40-38702B67728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162CC-5513-45E4-97FB-D1D9B5CC3EA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A1FB44-0A56-4137-BD40-38702B67728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8162CC-5513-45E4-97FB-D1D9B5CC3EA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A1FB44-0A56-4137-BD40-38702B67728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8162CC-5513-45E4-97FB-D1D9B5CC3EA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jpeg"/><Relationship Id="rId1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jpeg"/><Relationship Id="rId1" Type="http://schemas.openxmlformats.org/officeDocument/2006/relationships/image" Target="../media/image9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chart" Target="../charts/char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chart" Target="../charts/char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Oval 10"/>
          <p:cNvSpPr/>
          <p:nvPr/>
        </p:nvSpPr>
        <p:spPr>
          <a:xfrm>
            <a:off x="-559435" y="-318770"/>
            <a:ext cx="8411845" cy="717677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glow rad="101600">
              <a:schemeClr val="accent3">
                <a:satMod val="175000"/>
                <a:alpha val="40000"/>
              </a:schemeClr>
            </a:glow>
            <a:innerShdw blurRad="1270000" dist="444500" dir="13500000">
              <a:prstClr val="black">
                <a:alpha val="80000"/>
              </a:prstClr>
            </a:inn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-559435" y="-318770"/>
            <a:ext cx="8411845" cy="7176770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>
            <a:glow rad="101600">
              <a:schemeClr val="accent3">
                <a:satMod val="175000"/>
                <a:alpha val="40000"/>
              </a:schemeClr>
            </a:glow>
            <a:innerShdw blurRad="1270000" dist="444500" dir="13500000">
              <a:prstClr val="black">
                <a:alpha val="80000"/>
              </a:prstClr>
            </a:inn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-559435" y="-318770"/>
            <a:ext cx="8411845" cy="717677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  <a:effectLst>
            <a:glow rad="101600">
              <a:schemeClr val="accent3">
                <a:satMod val="175000"/>
                <a:alpha val="40000"/>
              </a:schemeClr>
            </a:glow>
            <a:innerShdw blurRad="1270000" dist="444500" dir="13500000">
              <a:prstClr val="black">
                <a:alpha val="80000"/>
              </a:prstClr>
            </a:inn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" name="Oval 1"/>
          <p:cNvSpPr/>
          <p:nvPr/>
        </p:nvSpPr>
        <p:spPr>
          <a:xfrm>
            <a:off x="-559435" y="-318770"/>
            <a:ext cx="8411845" cy="717677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glow rad="101600">
              <a:schemeClr val="accent3">
                <a:satMod val="175000"/>
                <a:alpha val="40000"/>
              </a:schemeClr>
            </a:glow>
            <a:innerShdw blurRad="1270000" dist="444500" dir="13500000">
              <a:prstClr val="black">
                <a:alpha val="80000"/>
              </a:prstClr>
            </a:inn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-559435" y="-318770"/>
            <a:ext cx="8411845" cy="717677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glow rad="101600">
              <a:schemeClr val="accent3">
                <a:satMod val="175000"/>
                <a:alpha val="40000"/>
              </a:schemeClr>
            </a:glow>
            <a:innerShdw blurRad="1270000" dist="444500" dir="13500000">
              <a:prstClr val="black">
                <a:alpha val="80000"/>
              </a:prstClr>
            </a:inn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2" name="Text Box 11"/>
          <p:cNvSpPr txBox="1"/>
          <p:nvPr/>
        </p:nvSpPr>
        <p:spPr>
          <a:xfrm>
            <a:off x="-559435" y="2933700"/>
            <a:ext cx="3202940" cy="12338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Eshal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Kashif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2025-GA-52</a:t>
            </a:r>
            <a:endParaRPr lang="en-US"/>
          </a:p>
        </p:txBody>
      </p:sp>
      <p:sp>
        <p:nvSpPr>
          <p:cNvPr id="13" name="Text Box 12"/>
          <p:cNvSpPr txBox="1"/>
          <p:nvPr/>
        </p:nvSpPr>
        <p:spPr>
          <a:xfrm>
            <a:off x="-559435" y="2933700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Mayeda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Qamar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2025-GA-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/>
          </a:p>
        </p:txBody>
      </p:sp>
      <p:sp>
        <p:nvSpPr>
          <p:cNvPr id="14" name="Text Box 13"/>
          <p:cNvSpPr txBox="1"/>
          <p:nvPr/>
        </p:nvSpPr>
        <p:spPr>
          <a:xfrm>
            <a:off x="-559435" y="2677795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Shiza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eman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2025-GA-58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/>
          </a:p>
        </p:txBody>
      </p:sp>
      <p:sp>
        <p:nvSpPr>
          <p:cNvPr id="15" name="Text Box 14"/>
          <p:cNvSpPr txBox="1"/>
          <p:nvPr/>
        </p:nvSpPr>
        <p:spPr>
          <a:xfrm>
            <a:off x="-559435" y="2967990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Iffa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Farhan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2025-GA-32</a:t>
            </a:r>
            <a:r>
              <a:rPr lang="en-US" b="1" dirty="0">
                <a:sym typeface="+mn-ea"/>
              </a:rPr>
              <a:t>han</a:t>
            </a:r>
            <a:endParaRPr lang="en-US" b="1" dirty="0"/>
          </a:p>
          <a:p>
            <a:endParaRPr lang="en-US"/>
          </a:p>
        </p:txBody>
      </p:sp>
      <p:sp>
        <p:nvSpPr>
          <p:cNvPr id="16" name="Text Box 15"/>
          <p:cNvSpPr txBox="1"/>
          <p:nvPr/>
        </p:nvSpPr>
        <p:spPr>
          <a:xfrm>
            <a:off x="-559435" y="2691130"/>
            <a:ext cx="40640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Abdul Mateen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2025-GA-29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/>
          </a:p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Oval 10"/>
          <p:cNvSpPr/>
          <p:nvPr/>
        </p:nvSpPr>
        <p:spPr>
          <a:xfrm>
            <a:off x="0" y="-318770"/>
            <a:ext cx="8411845" cy="717677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glow rad="101600">
              <a:schemeClr val="accent3">
                <a:satMod val="175000"/>
                <a:alpha val="40000"/>
              </a:schemeClr>
            </a:glow>
            <a:innerShdw blurRad="1270000" dist="444500" dir="13500000">
              <a:prstClr val="black">
                <a:alpha val="80000"/>
              </a:prstClr>
            </a:inn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1890395" y="-318770"/>
            <a:ext cx="8411845" cy="7176770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>
            <a:glow rad="101600">
              <a:schemeClr val="accent3">
                <a:satMod val="175000"/>
                <a:alpha val="40000"/>
              </a:schemeClr>
            </a:glow>
            <a:innerShdw blurRad="1270000" dist="444500" dir="13500000">
              <a:prstClr val="black">
                <a:alpha val="80000"/>
              </a:prstClr>
            </a:inn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407535" y="-318770"/>
            <a:ext cx="8411845" cy="717677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  <a:effectLst>
            <a:glow rad="101600">
              <a:schemeClr val="accent3">
                <a:satMod val="175000"/>
                <a:alpha val="40000"/>
              </a:schemeClr>
            </a:glow>
            <a:innerShdw blurRad="1270000" dist="444500" dir="13500000">
              <a:prstClr val="black">
                <a:alpha val="80000"/>
              </a:prstClr>
            </a:inn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" name="Oval 1"/>
          <p:cNvSpPr/>
          <p:nvPr/>
        </p:nvSpPr>
        <p:spPr>
          <a:xfrm>
            <a:off x="6875780" y="-318770"/>
            <a:ext cx="8411845" cy="717677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glow rad="101600">
              <a:schemeClr val="accent3">
                <a:satMod val="175000"/>
                <a:alpha val="40000"/>
              </a:schemeClr>
            </a:glow>
            <a:innerShdw blurRad="1270000" dist="444500" dir="13500000">
              <a:prstClr val="black">
                <a:alpha val="80000"/>
              </a:prstClr>
            </a:inn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05595" y="-318770"/>
            <a:ext cx="8411845" cy="717677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glow rad="101600">
              <a:schemeClr val="accent3">
                <a:satMod val="175000"/>
                <a:alpha val="40000"/>
              </a:schemeClr>
            </a:glow>
            <a:innerShdw blurRad="1270000" dist="444500" dir="13500000">
              <a:prstClr val="black">
                <a:alpha val="80000"/>
              </a:prstClr>
            </a:inn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2" name="Text Box 11"/>
          <p:cNvSpPr txBox="1"/>
          <p:nvPr/>
        </p:nvSpPr>
        <p:spPr>
          <a:xfrm>
            <a:off x="-559435" y="2933700"/>
            <a:ext cx="3202940" cy="12338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Eshal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Kashif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2025-GA-52</a:t>
            </a:r>
            <a:endParaRPr lang="en-US"/>
          </a:p>
        </p:txBody>
      </p:sp>
      <p:sp>
        <p:nvSpPr>
          <p:cNvPr id="13" name="Text Box 12"/>
          <p:cNvSpPr txBox="1"/>
          <p:nvPr/>
        </p:nvSpPr>
        <p:spPr>
          <a:xfrm>
            <a:off x="1307465" y="2933700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Mayeda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Qamar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2025-GA-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/>
          </a:p>
        </p:txBody>
      </p:sp>
      <p:sp>
        <p:nvSpPr>
          <p:cNvPr id="14" name="Text Box 13"/>
          <p:cNvSpPr txBox="1"/>
          <p:nvPr/>
        </p:nvSpPr>
        <p:spPr>
          <a:xfrm>
            <a:off x="6068695" y="2677795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Shiza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eman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2025-GA-58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/>
          </a:p>
        </p:txBody>
      </p:sp>
      <p:sp>
        <p:nvSpPr>
          <p:cNvPr id="15" name="Text Box 14"/>
          <p:cNvSpPr txBox="1"/>
          <p:nvPr/>
        </p:nvSpPr>
        <p:spPr>
          <a:xfrm>
            <a:off x="3731260" y="2967990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Iffa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Farhan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2025-GA-32</a:t>
            </a:r>
            <a:r>
              <a:rPr lang="en-US" b="1" dirty="0">
                <a:sym typeface="+mn-ea"/>
              </a:rPr>
              <a:t>han</a:t>
            </a:r>
            <a:endParaRPr lang="en-US" b="1" dirty="0"/>
          </a:p>
          <a:p>
            <a:endParaRPr lang="en-US"/>
          </a:p>
        </p:txBody>
      </p:sp>
      <p:sp>
        <p:nvSpPr>
          <p:cNvPr id="16" name="Text Box 15"/>
          <p:cNvSpPr txBox="1"/>
          <p:nvPr/>
        </p:nvSpPr>
        <p:spPr>
          <a:xfrm>
            <a:off x="8555990" y="2691130"/>
            <a:ext cx="40640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Abdul Mateen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2025-GA-29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/>
          </a:p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s 1"/>
          <p:cNvSpPr/>
          <p:nvPr/>
        </p:nvSpPr>
        <p:spPr>
          <a:xfrm>
            <a:off x="100965" y="-38100"/>
            <a:ext cx="12218670" cy="6896100"/>
          </a:xfrm>
          <a:prstGeom prst="rect">
            <a:avLst/>
          </a:prstGeom>
          <a:gradFill flip="none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" name="Rectangles 3"/>
          <p:cNvSpPr/>
          <p:nvPr/>
        </p:nvSpPr>
        <p:spPr>
          <a:xfrm>
            <a:off x="727710" y="832485"/>
            <a:ext cx="11309985" cy="259651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 useBgFill="1">
        <p:nvSpPr>
          <p:cNvPr id="5" name="Text Box 4"/>
          <p:cNvSpPr txBox="1"/>
          <p:nvPr/>
        </p:nvSpPr>
        <p:spPr>
          <a:xfrm>
            <a:off x="1033145" y="972185"/>
            <a:ext cx="10699750" cy="2316480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sz="6000" b="1">
                <a:ln>
                  <a:solidFill>
                    <a:schemeClr val="tx1"/>
                  </a:solidFill>
                </a:ln>
              </a:rPr>
              <a:t>IMPACT OF  GAME SOUND AND </a:t>
            </a:r>
            <a:r>
              <a:rPr lang="en-US" sz="6000" b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MUSIC </a:t>
            </a:r>
            <a:r>
              <a:rPr lang="en-US" sz="6000" b="1">
                <a:ln>
                  <a:solidFill>
                    <a:schemeClr val="tx1"/>
                  </a:solidFill>
                </a:ln>
              </a:rPr>
              <a:t>ON USER</a:t>
            </a:r>
            <a:r>
              <a:rPr lang="en-US" sz="6000" b="1"/>
              <a:t> </a:t>
            </a:r>
            <a:r>
              <a:rPr lang="en-US" sz="6000" b="1">
                <a:ln>
                  <a:solidFill>
                    <a:schemeClr val="tx1"/>
                  </a:solidFill>
                </a:ln>
              </a:rPr>
              <a:t>EXPERIENCE</a:t>
            </a:r>
            <a:endParaRPr lang="en-US" sz="6000" b="1">
              <a:ln>
                <a:solidFill>
                  <a:schemeClr val="tx1"/>
                </a:solidFill>
              </a:ln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2770" y="3551555"/>
            <a:ext cx="6080125" cy="289687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7" name="Picture 6" descr="images (1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620" y="3551555"/>
            <a:ext cx="4268470" cy="30765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038350" y="19048"/>
            <a:ext cx="8477250" cy="39814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Sound and music are powerful tools in video games.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make games more realistic, emotional, and engaging.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 sound design improves the overall player experience and connection to the game world.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9026" y="3762970"/>
            <a:ext cx="4235450" cy="269498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5474" y="3681710"/>
            <a:ext cx="2857500" cy="2857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000500" y="343585"/>
            <a:ext cx="6096000" cy="584775"/>
          </a:xfrm>
          <a:prstGeom prst="rect">
            <a:avLst/>
          </a:prstGeom>
        </p:spPr>
        <p:txBody>
          <a:bodyPr anchor="ctr">
            <a:spAutoFit/>
          </a:bodyPr>
          <a:lstStyle/>
          <a:p>
            <a:r>
              <a:rPr lang="en-US" dirty="0"/>
              <a:t> </a:t>
            </a: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of Game Audio</a:t>
            </a:r>
            <a:endParaRPr lang="en-US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552700" y="1157614"/>
            <a:ext cx="8724900" cy="137505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buAutoNum type="arabicPeriod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Sound Effects (SFX):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Actions like footsteps, gunshots, explosions, doors opening.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 feedback and realism.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2552700" y="5486400"/>
            <a:ext cx="8724900" cy="1104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Ambient Sounds: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Background noises like wind, rain, crowd sounds – create atmosphere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552700" y="4096077"/>
            <a:ext cx="8724900" cy="110490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Voice and Dialogue: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Builds story and character emotions.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2552700" y="2761923"/>
            <a:ext cx="8724900" cy="11049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2. Background Music (BGM):</a:t>
            </a:r>
            <a:endParaRPr lang="en-US" sz="2400" dirty="0">
              <a:solidFill>
                <a:schemeClr val="tx1"/>
              </a:solidFill>
            </a:endParaRPr>
          </a:p>
          <a:p>
            <a:pPr algn="ctr"/>
            <a:r>
              <a:rPr lang="en-US" sz="2400" dirty="0">
                <a:solidFill>
                  <a:schemeClr val="tx1"/>
                </a:solidFill>
              </a:rPr>
              <a:t>Sets the tone or mood of a scene.</a:t>
            </a:r>
            <a:endParaRPr lang="en-US" sz="2400" dirty="0">
              <a:solidFill>
                <a:schemeClr val="tx1"/>
              </a:solidFill>
            </a:endParaRPr>
          </a:p>
          <a:p>
            <a:pPr algn="ctr"/>
            <a:endParaRPr lang="en-US" dirty="0"/>
          </a:p>
        </p:txBody>
      </p:sp>
      <p:sp>
        <p:nvSpPr>
          <p:cNvPr id="14" name="Arrow: Chevron 13"/>
          <p:cNvSpPr/>
          <p:nvPr/>
        </p:nvSpPr>
        <p:spPr>
          <a:xfrm>
            <a:off x="876300" y="1638300"/>
            <a:ext cx="1238250" cy="762000"/>
          </a:xfrm>
          <a:prstGeom prst="chevron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Arrow: Chevron 14"/>
          <p:cNvSpPr/>
          <p:nvPr/>
        </p:nvSpPr>
        <p:spPr>
          <a:xfrm>
            <a:off x="828675" y="4152901"/>
            <a:ext cx="1238250" cy="762000"/>
          </a:xfrm>
          <a:prstGeom prst="chevron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Arrow: Chevron 15"/>
          <p:cNvSpPr/>
          <p:nvPr/>
        </p:nvSpPr>
        <p:spPr>
          <a:xfrm>
            <a:off x="933450" y="2971799"/>
            <a:ext cx="1238250" cy="762000"/>
          </a:xfrm>
          <a:prstGeom prst="chevron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Arrow: Chevron 16"/>
          <p:cNvSpPr/>
          <p:nvPr/>
        </p:nvSpPr>
        <p:spPr>
          <a:xfrm>
            <a:off x="876300" y="5657850"/>
            <a:ext cx="1238250" cy="762000"/>
          </a:xfrm>
          <a:prstGeom prst="chevron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2" grpId="0" animBg="1"/>
      <p:bldP spid="1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1450" y="247650"/>
            <a:ext cx="6076950" cy="6667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Emotional Impact :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2000250" y="1162050"/>
            <a:ext cx="7734300" cy="5143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Music and sound can change how players feel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5975" y="1809750"/>
            <a:ext cx="5467350" cy="33020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5575" y="1809750"/>
            <a:ext cx="3302000" cy="33020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2" name="Rectangle: Rounded Corners 11"/>
          <p:cNvSpPr/>
          <p:nvPr/>
        </p:nvSpPr>
        <p:spPr>
          <a:xfrm>
            <a:off x="1133475" y="5810250"/>
            <a:ext cx="4762500" cy="8001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 tempo = excitement or tension.</a:t>
            </a:r>
            <a:endParaRPr lang="en-US" sz="2400" dirty="0">
              <a:solidFill>
                <a:schemeClr val="accent4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: Rounded Corners 12"/>
          <p:cNvSpPr/>
          <p:nvPr/>
        </p:nvSpPr>
        <p:spPr>
          <a:xfrm>
            <a:off x="6248400" y="5810250"/>
            <a:ext cx="4762500" cy="8001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Slow melody = sadness or calmness.</a:t>
            </a:r>
            <a:endParaRPr lang="en-US" sz="2400" dirty="0">
              <a:solidFill>
                <a:schemeClr val="accent4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400" dirty="0">
              <a:solidFill>
                <a:schemeClr val="accent4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5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12" grpId="0" animBg="1"/>
      <p:bldP spid="1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477" y="2162175"/>
            <a:ext cx="3956539" cy="42862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8985" y="247650"/>
            <a:ext cx="3905250" cy="3905250"/>
          </a:xfrm>
          <a:prstGeom prst="rect">
            <a:avLst/>
          </a:prstGeom>
        </p:spPr>
      </p:pic>
      <p:sp>
        <p:nvSpPr>
          <p:cNvPr id="7" name="Rectangle: Rounded Corners 6"/>
          <p:cNvSpPr/>
          <p:nvPr/>
        </p:nvSpPr>
        <p:spPr>
          <a:xfrm>
            <a:off x="4905375" y="2162175"/>
            <a:ext cx="2381250" cy="2466975"/>
          </a:xfrm>
          <a:prstGeom prst="roundRect">
            <a:avLst/>
          </a:prstGeom>
          <a:solidFill>
            <a:schemeClr val="tx1"/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Gameplay </a:t>
            </a:r>
            <a:endParaRPr lang="en-US" sz="3200" dirty="0">
              <a:solidFill>
                <a:schemeClr val="accent4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3200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Feedback</a:t>
            </a:r>
            <a:endParaRPr lang="en-US" sz="3200" dirty="0">
              <a:solidFill>
                <a:schemeClr val="accent4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: Rounded Corners 7"/>
          <p:cNvSpPr/>
          <p:nvPr/>
        </p:nvSpPr>
        <p:spPr>
          <a:xfrm>
            <a:off x="793063" y="876300"/>
            <a:ext cx="3493187" cy="1104900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Annoying sounds when health is low.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: Rounded Corners 8"/>
          <p:cNvSpPr/>
          <p:nvPr/>
        </p:nvSpPr>
        <p:spPr>
          <a:xfrm>
            <a:off x="7710273" y="4629150"/>
            <a:ext cx="3905250" cy="1104900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Level-up or achievement sounds.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050" y="1685925"/>
            <a:ext cx="5740400" cy="307657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Rectangle: Rounded Corners 3"/>
          <p:cNvSpPr/>
          <p:nvPr/>
        </p:nvSpPr>
        <p:spPr>
          <a:xfrm>
            <a:off x="2705100" y="190500"/>
            <a:ext cx="6197600" cy="1219200"/>
          </a:xfrm>
          <a:prstGeom prst="roundRect">
            <a:avLst/>
          </a:prstGeom>
          <a:noFill/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Case Studies</a:t>
            </a:r>
            <a:endParaRPr lang="en-US" sz="3600" dirty="0">
              <a:solidFill>
                <a:schemeClr val="accent4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: Rounded Corners 4"/>
          <p:cNvSpPr/>
          <p:nvPr/>
        </p:nvSpPr>
        <p:spPr>
          <a:xfrm>
            <a:off x="1276350" y="5038724"/>
            <a:ext cx="4991100" cy="1133476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Horror Games: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 eerie music and sudden sounds to build fear.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Arrow: Chevron 5"/>
          <p:cNvSpPr/>
          <p:nvPr/>
        </p:nvSpPr>
        <p:spPr>
          <a:xfrm>
            <a:off x="527050" y="5172075"/>
            <a:ext cx="501650" cy="371475"/>
          </a:xfrm>
          <a:prstGeom prst="chevron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0550" y="1685925"/>
            <a:ext cx="4724400" cy="326707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0" name="Rectangle: Rounded Corners 9"/>
          <p:cNvSpPr/>
          <p:nvPr/>
        </p:nvSpPr>
        <p:spPr>
          <a:xfrm>
            <a:off x="6940550" y="5114925"/>
            <a:ext cx="4724400" cy="1133476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Adventure Games: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Calm background music enhances exploration.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rippl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s 1"/>
          <p:cNvSpPr/>
          <p:nvPr/>
        </p:nvSpPr>
        <p:spPr>
          <a:xfrm>
            <a:off x="20320" y="116205"/>
            <a:ext cx="12129135" cy="6783705"/>
          </a:xfrm>
          <a:prstGeom prst="rect">
            <a:avLst/>
          </a:prstGeom>
          <a:solidFill>
            <a:srgbClr val="002060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/>
              <a:t>Creates strong emotions that players want to experience again</a:t>
            </a:r>
            <a:endParaRPr lang="en-US" altLang="en-US"/>
          </a:p>
          <a:p>
            <a:pPr algn="ctr"/>
            <a:endParaRPr lang="en-US" altLang="en-US"/>
          </a:p>
          <a:p>
            <a:pPr algn="ctr"/>
            <a:r>
              <a:rPr lang="en-US" altLang="en-US"/>
              <a:t>Makes action more exciting, encouraging repeat play</a:t>
            </a:r>
            <a:endParaRPr lang="en-US" altLang="en-US"/>
          </a:p>
          <a:p>
            <a:pPr algn="ctr"/>
            <a:endParaRPr lang="en-US" altLang="en-US"/>
          </a:p>
          <a:p>
            <a:pPr algn="ctr"/>
            <a:r>
              <a:rPr lang="en-US" altLang="en-US"/>
              <a:t>Memorable music makes the scene stick in players’ minds</a:t>
            </a:r>
            <a:endParaRPr lang="en-US" altLang="en-US"/>
          </a:p>
          <a:p>
            <a:pPr algn="ctr"/>
            <a:endParaRPr lang="en-US" altLang="en-US"/>
          </a:p>
          <a:p>
            <a:pPr algn="ctr"/>
            <a:r>
              <a:rPr lang="en-US" altLang="en-US"/>
              <a:t>Perfect timing of sound effects gives satisfaction</a:t>
            </a:r>
            <a:endParaRPr lang="en-US" altLang="en-US"/>
          </a:p>
          <a:p>
            <a:pPr algn="ctr"/>
            <a:endParaRPr lang="en-US" altLang="en-US"/>
          </a:p>
          <a:p>
            <a:pPr algn="ctr"/>
            <a:r>
              <a:rPr lang="en-US" altLang="en-US"/>
              <a:t>Increases immersion, making players enjoy the scene more</a:t>
            </a:r>
            <a:endParaRPr lang="en-US" altLang="en-US"/>
          </a:p>
          <a:p>
            <a:pPr algn="ctr"/>
            <a:endParaRPr lang="en-US" altLang="en-US"/>
          </a:p>
          <a:p>
            <a:pPr algn="ctr"/>
            <a:endParaRPr lang="en-US" altLang="en-US"/>
          </a:p>
          <a:p>
            <a:pPr algn="ctr"/>
            <a:endParaRPr lang="en-US" altLang="en-US"/>
          </a:p>
          <a:p>
            <a:pPr algn="ctr"/>
            <a:r>
              <a:rPr lang="en-US" altLang="en-US"/>
              <a:t>--</a:t>
            </a:r>
            <a:endParaRPr lang="en-US"/>
          </a:p>
        </p:txBody>
      </p:sp>
      <p:graphicFrame>
        <p:nvGraphicFramePr>
          <p:cNvPr id="15" name="Chart 14"/>
          <p:cNvGraphicFramePr/>
          <p:nvPr/>
        </p:nvGraphicFramePr>
        <p:xfrm>
          <a:off x="2501900" y="116205"/>
          <a:ext cx="8337550" cy="72637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s 1"/>
          <p:cNvSpPr/>
          <p:nvPr/>
        </p:nvSpPr>
        <p:spPr>
          <a:xfrm>
            <a:off x="-10795" y="95250"/>
            <a:ext cx="12171045" cy="6772910"/>
          </a:xfrm>
          <a:prstGeom prst="rect">
            <a:avLst/>
          </a:prstGeom>
          <a:solidFill>
            <a:srgbClr val="002060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graphicFrame>
        <p:nvGraphicFramePr>
          <p:cNvPr id="3" name="Chart 2"/>
          <p:cNvGraphicFramePr/>
          <p:nvPr/>
        </p:nvGraphicFramePr>
        <p:xfrm>
          <a:off x="-1518285" y="-138430"/>
          <a:ext cx="12035155" cy="68573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924300" y="558284"/>
            <a:ext cx="369849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000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6000" dirty="0">
              <a:solidFill>
                <a:schemeClr val="accent4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: Rounded Corners 3"/>
          <p:cNvSpPr/>
          <p:nvPr/>
        </p:nvSpPr>
        <p:spPr>
          <a:xfrm>
            <a:off x="771525" y="1771650"/>
            <a:ext cx="11029950" cy="4528066"/>
          </a:xfrm>
          <a:prstGeom prst="roundRect">
            <a:avLst/>
          </a:prstGeom>
          <a:solidFill>
            <a:schemeClr val="tx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Sound and music are not just extras – they are core parts of game design.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affect how players feel, act, and remember the game.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great game experience is both seen and heard.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Arrow: Chevron 4"/>
          <p:cNvSpPr/>
          <p:nvPr/>
        </p:nvSpPr>
        <p:spPr>
          <a:xfrm>
            <a:off x="2857500" y="913715"/>
            <a:ext cx="933450" cy="362635"/>
          </a:xfrm>
          <a:prstGeom prst="chevron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 dir="in"/>
      </p:transition>
    </mc:Choice>
    <mc:Fallback>
      <p:transition spd="slow">
        <p:split orient="vert" dir="in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1618</Words>
  <Application>WPS Presentation</Application>
  <PresentationFormat>Widescreen</PresentationFormat>
  <Paragraphs>118</Paragraphs>
  <Slides>11</Slides>
  <Notes>0</Notes>
  <HiddenSlides>1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  <vt:variant>
        <vt:lpstr>自定义放映</vt:lpstr>
      </vt:variant>
      <vt:variant>
        <vt:i4>3</vt:i4>
      </vt:variant>
    </vt:vector>
  </HeadingPairs>
  <TitlesOfParts>
    <vt:vector size="24" baseType="lpstr">
      <vt:lpstr>Arial</vt:lpstr>
      <vt:lpstr>SimSun</vt:lpstr>
      <vt:lpstr>Wingdings</vt:lpstr>
      <vt:lpstr>Times New Roman</vt:lpstr>
      <vt:lpstr>Calibri</vt:lpstr>
      <vt:lpstr>Microsoft YaHei</vt:lpstr>
      <vt:lpstr>Arial Unicode MS</vt:lpstr>
      <vt:lpstr>Calibri Light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Custom Show 1</vt:lpstr>
      <vt:lpstr>Custom Show 2</vt:lpstr>
      <vt:lpstr>Custom Show 3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PMYLS</dc:creator>
  <cp:lastModifiedBy>Iffa Farhan</cp:lastModifiedBy>
  <cp:revision>32</cp:revision>
  <dcterms:created xsi:type="dcterms:W3CDTF">2025-11-06T19:32:00Z</dcterms:created>
  <dcterms:modified xsi:type="dcterms:W3CDTF">2025-11-18T08:39:52Z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C349984F18894C56B180FEFDC009265B_12</vt:lpwstr>
  </property>
  <property fmtid="{D5CDD505-2E9C-101B-9397-08002B2CF9AE}" pid="3" name="KSOProductBuildVer">
    <vt:lpwstr>1033-12.2.0.23155</vt:lpwstr>
  </property>
</Properties>
</file>